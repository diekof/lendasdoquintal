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16406092bf4d31" /><Relationship Type="http://schemas.openxmlformats.org/officeDocument/2006/relationships/extended-properties" Target="/docProps/app.xml" Id="Re2d173b462c1486f" /><Relationship Type="http://schemas.openxmlformats.org/officeDocument/2006/relationships/officeDocument" Target="/ppt/presentation.xml" Id="Rdadc20f33561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bebe278eea44a7"/>
  </p:sldMasterIdLst>
  <p:notesMasterIdLst>
    <p:notesMasterId xmlns:r="http://schemas.openxmlformats.org/officeDocument/2006/relationships" r:id="R816ba4a004204384"/>
  </p:notesMasterIdLst>
  <p:sldIdLst>
    <p:sldId xmlns:r="http://schemas.openxmlformats.org/officeDocument/2006/relationships" id="256" r:id="R21cdee329ebf447f"/>
    <p:sldId xmlns:r="http://schemas.openxmlformats.org/officeDocument/2006/relationships" id="257" r:id="R0d5696c48f8b4c72"/>
    <p:sldId xmlns:r="http://schemas.openxmlformats.org/officeDocument/2006/relationships" id="258" r:id="R298c155724f64212"/>
    <p:sldId xmlns:r="http://schemas.openxmlformats.org/officeDocument/2006/relationships" id="259" r:id="R78e273a698d24970"/>
    <p:sldId xmlns:r="http://schemas.openxmlformats.org/officeDocument/2006/relationships" id="260" r:id="Rc00118c53abd42c6"/>
    <p:sldId xmlns:r="http://schemas.openxmlformats.org/officeDocument/2006/relationships" id="261" r:id="R1858ad39baae4b19"/>
    <p:sldId xmlns:r="http://schemas.openxmlformats.org/officeDocument/2006/relationships" id="262" r:id="R8d8c6f0fd62e44a3"/>
    <p:sldId xmlns:r="http://schemas.openxmlformats.org/officeDocument/2006/relationships" id="263" r:id="Rc2b894d6717142a3"/>
    <p:sldId xmlns:r="http://schemas.openxmlformats.org/officeDocument/2006/relationships" id="264" r:id="Re56965148af64af0"/>
    <p:sldId xmlns:r="http://schemas.openxmlformats.org/officeDocument/2006/relationships" id="265" r:id="Ra962083654714377"/>
    <p:sldId xmlns:r="http://schemas.openxmlformats.org/officeDocument/2006/relationships" id="266" r:id="R43b81e19b4134c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37c09aa8e40de" /><Relationship Type="http://schemas.openxmlformats.org/officeDocument/2006/relationships/slideMaster" Target="/ppt/slideMasters/slideMaster1.xml" Id="Radbebe278eea44a7" /><Relationship Type="http://schemas.openxmlformats.org/officeDocument/2006/relationships/notesMaster" Target="/ppt/notesMasters/notesMaster1.xml" Id="R816ba4a004204384" /><Relationship Type="http://schemas.openxmlformats.org/officeDocument/2006/relationships/presProps" Target="/ppt/presProps.xml" Id="R5782f0a51c294e5c" /><Relationship Type="http://schemas.openxmlformats.org/officeDocument/2006/relationships/tableStyles" Target="/ppt/tableStyles.xml" Id="Rdba6959d84294db9" /><Relationship Type="http://schemas.openxmlformats.org/officeDocument/2006/relationships/slide" Target="/ppt/slides/slide1.xml" Id="R21cdee329ebf447f" /><Relationship Type="http://schemas.openxmlformats.org/officeDocument/2006/relationships/slide" Target="/ppt/slides/slide2.xml" Id="R0d5696c48f8b4c72" /><Relationship Type="http://schemas.openxmlformats.org/officeDocument/2006/relationships/slide" Target="/ppt/slides/slide3.xml" Id="R298c155724f64212" /><Relationship Type="http://schemas.openxmlformats.org/officeDocument/2006/relationships/slide" Target="/ppt/slides/slide4.xml" Id="R78e273a698d24970" /><Relationship Type="http://schemas.openxmlformats.org/officeDocument/2006/relationships/slide" Target="/ppt/slides/slide5.xml" Id="Rc00118c53abd42c6" /><Relationship Type="http://schemas.openxmlformats.org/officeDocument/2006/relationships/slide" Target="/ppt/slides/slide6.xml" Id="R1858ad39baae4b19" /><Relationship Type="http://schemas.openxmlformats.org/officeDocument/2006/relationships/slide" Target="/ppt/slides/slide7.xml" Id="R8d8c6f0fd62e44a3" /><Relationship Type="http://schemas.openxmlformats.org/officeDocument/2006/relationships/slide" Target="/ppt/slides/slide8.xml" Id="Rc2b894d6717142a3" /><Relationship Type="http://schemas.openxmlformats.org/officeDocument/2006/relationships/slide" Target="/ppt/slides/slide9.xml" Id="Re56965148af64af0" /><Relationship Type="http://schemas.openxmlformats.org/officeDocument/2006/relationships/slide" Target="/ppt/slides/slide10.xml" Id="Ra962083654714377" /><Relationship Type="http://schemas.openxmlformats.org/officeDocument/2006/relationships/slide" Target="/ppt/slides/slide11.xml" Id="R43b81e19b413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585bf466b5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a012cf63ef4f07" /><Relationship Type="http://schemas.openxmlformats.org/officeDocument/2006/relationships/notesMaster" Target="/ppt/notesMasters/notesMaster1.xml" Id="Ra78cf6fd84db4e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d9c02bddf94bb5" /><Relationship Type="http://schemas.openxmlformats.org/officeDocument/2006/relationships/notesMaster" Target="/ppt/notesMasters/notesMaster1.xml" Id="R152d6b7b7e0042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b3f915c9484766" /><Relationship Type="http://schemas.openxmlformats.org/officeDocument/2006/relationships/notesMaster" Target="/ppt/notesMasters/notesMaster1.xml" Id="R178847240ed145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501ba73fc4cc2" /><Relationship Type="http://schemas.openxmlformats.org/officeDocument/2006/relationships/notesMaster" Target="/ppt/notesMasters/notesMaster1.xml" Id="Re0cae96d5e9543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32f433ba2f4194" /><Relationship Type="http://schemas.openxmlformats.org/officeDocument/2006/relationships/notesMaster" Target="/ppt/notesMasters/notesMaster1.xml" Id="Rf5f7db8406ec4d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e1cffbea4c4392" /><Relationship Type="http://schemas.openxmlformats.org/officeDocument/2006/relationships/notesMaster" Target="/ppt/notesMasters/notesMaster1.xml" Id="R3b381e5b5e1d4a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68f5bc86d140b9" /><Relationship Type="http://schemas.openxmlformats.org/officeDocument/2006/relationships/notesMaster" Target="/ppt/notesMasters/notesMaster1.xml" Id="R86a35fef16e34a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bc17beb924502" /><Relationship Type="http://schemas.openxmlformats.org/officeDocument/2006/relationships/notesMaster" Target="/ppt/notesMasters/notesMaster1.xml" Id="R312383c79edb4f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c9065f11b740fb" /><Relationship Type="http://schemas.openxmlformats.org/officeDocument/2006/relationships/notesMaster" Target="/ppt/notesMasters/notesMaster1.xml" Id="Ra1d19a2342ae4d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de16039a5a4503" /><Relationship Type="http://schemas.openxmlformats.org/officeDocument/2006/relationships/notesMaster" Target="/ppt/notesMasters/notesMaster1.xml" Id="Rf08693d71a3c4f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aa655d6f8743b0" /><Relationship Type="http://schemas.openxmlformats.org/officeDocument/2006/relationships/notesMaster" Target="/ppt/notesMasters/notesMaster1.xml" Id="R5590fba5f9cf49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 e 3. Arte: Assets/Art/Title/lendas_quintal_title_key_art_pixel.png.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21,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2, 8 e 9. Artes: Assets/Art/Backgrounds/Phase1_Backyard_Background_Wide.png, Assets/Art/Characters/Hero/hero_idle_side_64.png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1. Arte: Assets/Art/Characters/Hero/Jump/hero_jump_side_01.png.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4, 9, 11 e 16. Artes: Assets/Art/Backgrounds/Phase1_Backyard_Background.png e Assets/Art/Effects/Impact/impact_punch_01.png.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7 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21. Arte: Assets/Art/Backgrounds/Phase1_Backyard_Background_Wide.png.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secao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1, 23 e 24. Artes: Assets/Art/Characters/Hero/Attack/hero_attack_side_02.png e Assets/Art/Enemies/Chicken/demonic_chicken_avatar_128_final.png.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24 e 25. Arte: Assets/Art/Concept/lendas_quintal_key_art_reference.png.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doc/GDD.md, secoes 21 e 22. Arte: Assets/Art/Characters/Hero/hero_idle_side_64.png.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d2ba51abbf49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fdb2af0f64a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4c8c38c81f43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991d727d444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059dcbfdd941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c6064621f41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A688809-E0A1-4F89-9ED4-B9B29D2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1ED2BA-921D-48A5-B4DC-34BF8AEA75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76ACE77-C851-4011-BA1F-9DEB6179BA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AC562D3-B7B6-4985-90C9-C1462F64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D0A8068-5C59-45C3-B122-5973A4DE2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5926CD-C1FB-4757-A907-44551C16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C4A2B64-60E2-4E50-97F8-2F729443D0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5820738-ADDF-46D1-9AF6-849BC7A8B1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7BA6197-7EC3-4116-A096-77402F16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5DA496C-157D-4445-A0C5-63389D3359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C01ECE0-3585-4145-A132-39081769AC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D098C5-F8A9-4798-B2A8-BC5964C84F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C6D2DAD-5D78-4E78-B19D-152E8FDA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ACB8BF5-9F81-41E4-9F83-D9F65CF3BF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6818DF-88FE-423C-B80A-449C105F7A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4d70d1dea449fd" /><Relationship Type="http://schemas.openxmlformats.org/officeDocument/2006/relationships/slideLayout" Target="/ppt/slideLayouts/slideLayout1.xml" Id="Rd3c92bab318c432d" /><Relationship Type="http://schemas.openxmlformats.org/officeDocument/2006/relationships/slideLayout" Target="/ppt/slideLayouts/slideLayout2.xml" Id="R5ef355beb2154c5f" /><Relationship Type="http://schemas.openxmlformats.org/officeDocument/2006/relationships/slideLayout" Target="/ppt/slideLayouts/slideLayout3.xml" Id="R2f81bd3321d241f6" /><Relationship Type="http://schemas.openxmlformats.org/officeDocument/2006/relationships/slideLayout" Target="/ppt/slideLayouts/slideLayout4.xml" Id="R45955238b72c41da" /><Relationship Type="http://schemas.openxmlformats.org/officeDocument/2006/relationships/slideLayout" Target="/ppt/slideLayouts/slideLayout5.xml" Id="R50b4f3109d924103" /><Relationship Type="http://schemas.openxmlformats.org/officeDocument/2006/relationships/slideLayout" Target="/ppt/slideLayouts/slideLayout6.xml" Id="R8954dd0e93044e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c92bab318c432d"/>
    <p:sldLayoutId xmlns:r="http://schemas.openxmlformats.org/officeDocument/2006/relationships" id="2147483650" r:id="R5ef355beb2154c5f"/>
    <p:sldLayoutId xmlns:r="http://schemas.openxmlformats.org/officeDocument/2006/relationships" id="2147483651" r:id="R2f81bd3321d241f6"/>
    <p:sldLayoutId xmlns:r="http://schemas.openxmlformats.org/officeDocument/2006/relationships" id="2147483652" r:id="R45955238b72c41da"/>
    <p:sldLayoutId xmlns:r="http://schemas.openxmlformats.org/officeDocument/2006/relationships" id="2147483653" r:id="R50b4f3109d924103"/>
    <p:sldLayoutId xmlns:r="http://schemas.openxmlformats.org/officeDocument/2006/relationships" id="2147483654" r:id="R8954dd0e93044e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38de1080b4a98" /><Relationship Type="http://schemas.openxmlformats.org/officeDocument/2006/relationships/image" Target="/ppt/media/image.png" Id="R6190e2949c24406f" /><Relationship Type="http://schemas.openxmlformats.org/officeDocument/2006/relationships/notesSlide" Target="/ppt/notesSlides/notesSlide1.xml" Id="Rd5c3065d04a7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b4fce83db4ead" /><Relationship Type="http://schemas.openxmlformats.org/officeDocument/2006/relationships/image" Target="/ppt/media/image2.png" Id="R684ac353333a4e41" /><Relationship Type="http://schemas.openxmlformats.org/officeDocument/2006/relationships/notesSlide" Target="/ppt/notesSlides/notesSlide2.xml" Id="R5e1aef5c8149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0a044209d44ed" /><Relationship Type="http://schemas.openxmlformats.org/officeDocument/2006/relationships/image" Target="/ppt/media/image3.png" Id="Racb69ff816d449b9" /><Relationship Type="http://schemas.openxmlformats.org/officeDocument/2006/relationships/image" Target="/ppt/media/image4.png" Id="R2239e44bae864803" /><Relationship Type="http://schemas.openxmlformats.org/officeDocument/2006/relationships/image" Target="/ppt/media/image5.png" Id="R4fa9a9aa362646c7" /><Relationship Type="http://schemas.openxmlformats.org/officeDocument/2006/relationships/notesSlide" Target="/ppt/notesSlides/notesSlide3.xml" Id="Rca2efca7c7e84a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3ed29c74b45e2" /><Relationship Type="http://schemas.openxmlformats.org/officeDocument/2006/relationships/image" Target="/ppt/media/image6.png" Id="R8137fb6870e840d0" /><Relationship Type="http://schemas.openxmlformats.org/officeDocument/2006/relationships/notesSlide" Target="/ppt/notesSlides/notesSlide4.xml" Id="Rba89e7df0c6d49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da2e305c24936" /><Relationship Type="http://schemas.openxmlformats.org/officeDocument/2006/relationships/image" Target="/ppt/media/image7.png" Id="R7c45b181c03746b5" /><Relationship Type="http://schemas.openxmlformats.org/officeDocument/2006/relationships/image" Target="/ppt/media/image8.png" Id="Ra19d28ed58a047f6" /><Relationship Type="http://schemas.openxmlformats.org/officeDocument/2006/relationships/notesSlide" Target="/ppt/notesSlides/notesSlide5.xml" Id="R767821f6fc5947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7a4aabc3894a95" /><Relationship Type="http://schemas.openxmlformats.org/officeDocument/2006/relationships/notesSlide" Target="/ppt/notesSlides/notesSlide6.xml" Id="R04c2083f6f0440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dacc7655284828" /><Relationship Type="http://schemas.openxmlformats.org/officeDocument/2006/relationships/image" Target="/ppt/media/image9.png" Id="R17142248b4ff41fe" /><Relationship Type="http://schemas.openxmlformats.org/officeDocument/2006/relationships/notesSlide" Target="/ppt/notesSlides/notesSlide7.xml" Id="R448860d3b4ee4f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8070d0094d4692" /><Relationship Type="http://schemas.openxmlformats.org/officeDocument/2006/relationships/notesSlide" Target="/ppt/notesSlides/notesSlide8.xml" Id="R3407db8ba13e4c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2a750dbc54915" /><Relationship Type="http://schemas.openxmlformats.org/officeDocument/2006/relationships/image" Target="/ppt/media/image10.png" Id="Rfe7c6ff5523547a6" /><Relationship Type="http://schemas.openxmlformats.org/officeDocument/2006/relationships/image" Target="/ppt/media/image11.png" Id="Rd4c52bc624be4e86" /><Relationship Type="http://schemas.openxmlformats.org/officeDocument/2006/relationships/notesSlide" Target="/ppt/notesSlides/notesSlide9.xml" Id="Rc99a8c08a96d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7bd7f0d3654173" /><Relationship Type="http://schemas.openxmlformats.org/officeDocument/2006/relationships/image" Target="/ppt/media/image12.png" Id="Rb7d3db22b4704ca4" /><Relationship Type="http://schemas.openxmlformats.org/officeDocument/2006/relationships/notesSlide" Target="/ppt/notesSlides/notesSlide10.xml" Id="R1508b539a5d743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1b964c260434d" /><Relationship Type="http://schemas.openxmlformats.org/officeDocument/2006/relationships/image" Target="/ppt/media/image13.png" Id="R0094e67eb1854a81" /><Relationship Type="http://schemas.openxmlformats.org/officeDocument/2006/relationships/notesSlide" Target="/ppt/notesSlides/notesSlide11.xml" Id="Rb913f8e492df414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0e2949c24406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31F81-FF8D-47CC-A548-102AC379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12"/>
              </a:gs>
              <a:gs pos="42000">
                <a:srgbClr val="070A12">
                  <a:alpha val="72000"/>
                </a:srgbClr>
              </a:gs>
              <a:gs pos="100000">
                <a:srgbClr val="070A12">
                  <a:alpha val="12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D7934-A5D6-48E9-A6DC-884705C7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90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Lendas do Quintal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6C6BC-2E9F-4C5C-8611-8740A98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O Sumiço da Vovó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4AEEF-AE9C-4D0B-9BD9-D0BE1C2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33400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Pitch para investidores</a:t>
            </a:r>
          </a:p>
          <a:p xmlns:a="http://schemas.openxmlformats.org/drawingml/2006/main">
            <a:pPr>
              <a:defRPr sz="17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 2D com folclore brasileiro, mistério familiar e pixel art</a:t>
            </a:r>
          </a:p>
        </p:txBody>
      </p:sp>
    </p:spTree>
    <p:extLst>
      <p:ext uri="{BB962C8B-B14F-4D97-AF65-F5344CB8AC3E}">
        <p14:creationId xmlns:p14="http://schemas.microsoft.com/office/powerpoint/2010/main" val="172957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ac353333a4e41"/>
          <a:srcRect xmlns:a="http://schemas.openxmlformats.org/drawingml/2006/main" l="28700" t="0" r="287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39F66-6152-4D95-A1DD-BE179FE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54864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50000">
                <a:srgbClr val="10182A">
                  <a:alpha val="55000"/>
                </a:srgbClr>
              </a:gs>
              <a:gs pos="100000">
                <a:srgbClr val="10182A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26EAA-EA0D-4802-AC3A-F8661A6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TESE DO PROJETO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FB29D-F7E3-45F9-BA1D-A460EA25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Um jogo brasileiro com apelo global de aventura 2D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5ECFB-E401-487B-BBFD-3A285AE7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7150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Identidade rara: folclore brasileiro tratado como aventura acessivel.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Base emocional clara: a casa da avo vira ponto de partida do misterio.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Escopo inicial controlado: MVP focado na primeira parte da Fase 1.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Potencial de franquia: novas lendas, capitulos extras, HQ e animacao.</a:t>
            </a:r>
          </a:p>
        </p:txBody>
      </p:sp>
    </p:spTree>
    <p:extLst>
      <p:ext uri="{BB962C8B-B14F-4D97-AF65-F5344CB8AC3E}">
        <p14:creationId xmlns:p14="http://schemas.microsoft.com/office/powerpoint/2010/main" val="1117885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69ff816d449b9"/>
          <a:srcRect xmlns:a="http://schemas.openxmlformats.org/drawingml/2006/main" l="0" t="9444" r="0" b="94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704C3-F13C-42C6-8F5C-7A37EE9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4AA97-D69E-49C4-A99A-E243E9D3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Conceito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B6834-3819-4CDD-8299-23FF76A9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 avo desaparece. As lendas eram reais.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CDD6C-15DC-4252-B3E8-22141CBF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6191250" cy="10186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jogador acorda durante a madrugada e encontra a casa baguncada.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Pistas espalhadas pela casa e pelo quintal revelam o segredo da avo.</a:t>
            </a:r>
          </a:p>
          <a:p xmlns:a="http://schemas.openxmlformats.org/drawingml/2006/main">
            <a:pPr>
              <a:defRPr sz="1725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O misterio leva ao mundo das lendas e a uma entidade criada pelo esquecimento.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9e44bae864803"/>
          <a:stretch xmlns:a="http://schemas.openxmlformats.org/drawingml/2006/main"/>
        </p:blipFill>
        <p:spPr>
          <a:xfrm xmlns:a="http://schemas.openxmlformats.org/drawingml/2006/main">
            <a:off x="8048625" y="34290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9a9aa362646c7"/>
          <a:stretch xmlns:a="http://schemas.openxmlformats.org/drawingml/2006/main"/>
        </p:blipFill>
        <p:spPr>
          <a:xfrm xmlns:a="http://schemas.openxmlformats.org/drawingml/2006/main">
            <a:off x="9667875" y="371475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609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8C882-0B1A-433D-A7B6-1E41774F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PUBLICO E PLATAFORMAS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16C3B-B353-455F-BEC4-73426AF9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Entrada em PC e Android, com caminho para lojas maiores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0E41A-39CF-4D8A-9E59-00064E3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46E9F-9771-4486-B3C8-113C8402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228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Criancas, adolescentes e adultos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75E80-183D-4EB4-8FE2-CDE7172F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44495-0A2D-4045-8C8E-A0C7692E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1813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Jogadores nostalgicos de plataforma 2D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3D4BE-06D8-4D45-8995-607D7B9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FBE2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6FBE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53695-ABED-48D7-A49F-3A58485B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133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Publico brasileiro e fas de folclore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53159-56CE-42A4-A5AA-20CE0577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90750"/>
            <a:ext cx="4476750" cy="974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Plataformas iniciais: PC e Android.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Expansao futura: Steam, Nintendo Switch e consoles.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direcao visual ajuda o jogo a funcionar em telas grandes e mobile.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7fb6870e840d0"/>
          <a:stretch xmlns:a="http://schemas.openxmlformats.org/drawingml/2006/main"/>
        </p:blipFill>
        <p:spPr>
          <a:xfrm xmlns:a="http://schemas.openxmlformats.org/drawingml/2006/main">
            <a:off x="8572500" y="4267200"/>
            <a:ext cx="1238250" cy="123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50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5b181c03746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DE5D6-7482-4297-9963-2F1E2644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7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AAA75-B483-4205-A426-FFBB72D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LOOP DE JOGO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0849D-1765-46BA-80CF-DE156F35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001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Explorar, encontrar pistas e enfrentar lendas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AAECA6-5457-4718-9355-118C109D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791E4-D193-45DD-8F20-F60B93A8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Exploracao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ECAF2-83D4-428D-B4A6-70B62DB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476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Casa, quintal, mata, rio, vila e mundo das lendas.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DC7D1-E062-4927-96F7-CF91171E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CFFBC-8172-44CF-B3DB-7125B05E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009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Investigacao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B7019-FAC3-4346-B475-6326AFE0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52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Cartas, marcas, objetos fora do lugar e lembrancas da avo.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2C85C-B9CD-4429-8EBA-4F0326A6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4D66D-37BB-4253-954A-17631236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Acao leve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60090-F79D-4163-9B56-59A0ACEF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291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Plataforma, combate simples, esquiva e encontros com bosses.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585991-FB0C-4986-AF94-7FC2583B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AE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AE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53865E-651E-4F1C-A83E-0A27158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62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Recompensa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5F692F-44BE-4665-BDEB-FEF1FE71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Cada lenda entrega uma pista sobre o desaparecimento.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d28ed58a047f6"/>
          <a:stretch xmlns:a="http://schemas.openxmlformats.org/drawingml/2006/main"/>
        </p:blipFill>
        <p:spPr>
          <a:xfrm xmlns:a="http://schemas.openxmlformats.org/drawingml/2006/main">
            <a:off x="9525000" y="4333875"/>
            <a:ext cx="1190625" cy="119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369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25575-A8E0-4FEF-8F9D-C26A0A49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PROGRESSAO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B6EF8-AA24-4C9E-AA02-25DA9A5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Quatro areas conectam a casa ao mundo das lendas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C64B9-9632-4E1B-B295-2F86DCAF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7604E-BA9E-4DFB-996F-3901B91C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Casa e Quintal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8820B-5D15-4D1F-A35D-D9F7CD46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Saci-Perere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12CF7-B30D-437A-AFC3-6C654DCC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1E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4F66B-3F2C-4CEE-ADA6-0C1F4FE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6110DF-2A4A-4384-932D-133E562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Rio das Vozes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9531C-B16E-49C4-827C-BC877152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Iara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FAA83-01E1-4DDC-A44C-75E527F1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E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EE562-3694-4C3F-A31A-638AB4C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B9D67-23F1-40B9-9ADD-77B43331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Vila Esquecida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4CA03-7D65-49B8-9E01-77EC074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Curupira e Lobisomem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90F80-4675-42CD-93BE-D9FE96F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53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2785-D62D-4086-A9F0-6331B98D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71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B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B6D"/>
                </a:solidFill>
                <a:latin typeface="Arial"/>
                <a:ea typeface="Arial"/>
                <a:cs typeface="Arial"/>
              </a:rPr>
              <a:t>Fase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5D27B-FB4E-45BC-8139-61090BA8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Mundo das Lendas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94090-FA43-423C-BAA1-44BC9A9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099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 Entidade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92DBE-6250-4B0A-B96D-CAFBF73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2000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FF112-4A5C-423E-825C-2AE74C96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8477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Cada area muda o tema visual, os obstaculos e o tipo de encontro folclorico.</a:t>
            </a:r>
          </a:p>
        </p:txBody>
      </p:sp>
    </p:spTree>
    <p:extLst>
      <p:ext uri="{BB962C8B-B14F-4D97-AF65-F5344CB8AC3E}">
        <p14:creationId xmlns:p14="http://schemas.microsoft.com/office/powerpoint/2010/main" val="19285308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42248b4ff41fe"/>
          <a:srcRect xmlns:a="http://schemas.openxmlformats.org/drawingml/2006/main" l="37852" t="0" r="378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0"/>
            <a:ext cx="59245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A12A94-8A88-4617-B00E-B492B168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0"/>
            <a:ext cx="65151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0182A"/>
              </a:gs>
              <a:gs pos="40000">
                <a:srgbClr val="10182A">
                  <a:alpha val="70000"/>
                </a:srgbClr>
              </a:gs>
              <a:gs pos="100000">
                <a:srgbClr val="10182A">
                  <a:alpha val="800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05778-E3E5-4172-918F-D18350C1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42918-E559-4447-BF59-48C41E87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primeiro prototipo prova movimento, misterio e encontro com o Saci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53F9A-B7DD-4F11-862D-CE05607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905500" cy="1299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Area: casa da avo e primeiro trecho do quintal.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Sistemas: movimento lateral, pulo, ataque basico, inimigo simples e HUD.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Narrativa: acordar, investigar a casa, sair ao quintal e encontrar o Saci.</a:t>
            </a:r>
          </a:p>
          <a:p xmlns:a="http://schemas.openxmlformats.org/drawingml/2006/main">
            <a:pPr>
              <a:defRPr sz="165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Meta: validar a sensacao de aventura antes de ampliar fases e personagens.</a:t>
            </a:r>
          </a:p>
        </p:txBody>
      </p:sp>
    </p:spTree>
    <p:extLst>
      <p:ext uri="{BB962C8B-B14F-4D97-AF65-F5344CB8AC3E}">
        <p14:creationId xmlns:p14="http://schemas.microsoft.com/office/powerpoint/2010/main" val="443334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E36A0A-F1E6-4235-A20D-A924C80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E7071-6F0A-47B7-946F-9AA1F673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plano de producao reduz risco antes do conteudo maior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F4B8F-13D9-4586-BA58-D8521592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A58B5-B3EF-4584-B690-772C2287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71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Base jogavel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413F7-2BB7-4258-9A46-5B382BB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movimento, camera, colisao e cena simples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C74AC-006E-43CD-A271-5F6187C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00010-8942-442D-89E8-6E1DE229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Interacao e misterio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C4E4B-BAB8-4522-9411-3829B41C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objetos examinaveis, pistas, objetivos e dialogos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FAC76-B46D-43C5-8D17-A3C8D596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01883-4B99-47C7-9FCD-BCF14F3D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Combate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6BC6F-C848-40F7-9BC9-0C2387E3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718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ataque basico, inimigo, dano, vida e respawn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B9388-E84A-4C0A-8C8A-DCE887F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7BC5D-01D8-4873-8464-CE4D72B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14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Primeira 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E97C8D-8440-4D32-B8AB-EBA6D318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52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casa, quintal, pickups, obstaculos e Saci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CAE44-204C-45E5-96EB-3416DAC7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D830F-BC00-4BE7-9C8C-90479F6D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0A12"/>
                </a:solidFill>
                <a:latin typeface="Arial"/>
                <a:ea typeface="Arial"/>
                <a:cs typeface="Arial"/>
              </a:rPr>
              <a:t>Polimento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CDFCB-16B2-49E2-B098-16A20E74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339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351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351E"/>
                </a:solidFill>
                <a:latin typeface="Arial"/>
                <a:ea typeface="Arial"/>
                <a:cs typeface="Arial"/>
              </a:rPr>
              <a:t>animacoes, efeitos, audio, menu e build jogavel</a:t>
            </a:r>
          </a:p>
        </p:txBody>
      </p:sp>
    </p:spTree>
    <p:extLst>
      <p:ext uri="{BB962C8B-B14F-4D97-AF65-F5344CB8AC3E}">
        <p14:creationId xmlns:p14="http://schemas.microsoft.com/office/powerpoint/2010/main" val="1319511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7181D-5B7D-4637-83F8-44AF462A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MODELO DE EXPANSAO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CC5FD-B265-4DA1-9CE4-F38F0B4C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jogo principal pode abrir caminho para conteudo recorrente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9F607-1387-4228-BAC3-9095B15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810250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Produto inicial: jogo para PC e Android.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Canal futuro: Steam, Switch e consoles.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Expansoes: novas lendas, capitulos extras, skins e coop futuro.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estrategia comercial deve ser fechada depois do MVP e dos testes com jogadores.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c6ff5523547a6"/>
          <a:stretch xmlns:a="http://schemas.openxmlformats.org/drawingml/2006/main"/>
        </p:blipFill>
        <p:spPr>
          <a:xfrm xmlns:a="http://schemas.openxmlformats.org/drawingml/2006/main">
            <a:off x="7600950" y="1771650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c52bc624be4e86"/>
          <a:stretch xmlns:a="http://schemas.openxmlformats.org/drawingml/2006/main"/>
        </p:blipFill>
        <p:spPr>
          <a:xfrm xmlns:a="http://schemas.openxmlformats.org/drawingml/2006/main">
            <a:off x="9334500" y="238125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F6D4D-4FFC-4FA0-93EF-F9F02F80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3714750" cy="9301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4DFA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DFA4"/>
                </a:solidFill>
                <a:latin typeface="Arial"/>
                <a:ea typeface="Arial"/>
                <a:cs typeface="Arial"/>
              </a:rPr>
              <a:t>Sem dados de mercado no GDD, este deck evita previsoes financeiras e foca na tese criativa, escopo e proximo marco financiavel.</a:t>
            </a:r>
          </a:p>
        </p:txBody>
      </p:sp>
    </p:spTree>
    <p:extLst>
      <p:ext uri="{BB962C8B-B14F-4D97-AF65-F5344CB8AC3E}">
        <p14:creationId xmlns:p14="http://schemas.microsoft.com/office/powerpoint/2010/main" val="7229908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3db22b4704c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BD428-6044-4A2D-85BB-6BF068A5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12">
              <a:alpha val="82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AD6EF-AF6D-47FC-B30F-18647F1D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POTENCIAL DE PROPRIEDADE INTELECTUAL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0CA7B-6D7F-4ED5-8EB5-2D58518E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As lendas brasileiras sustentam uma franquia de capitulos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84C0-36F4-48A7-BAF7-2439BB35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572250" cy="106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Novas lendas podem virar fases, chefes, itens e historias extras.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O universo permite extensoes em HQ, animacao e material educativo.</a:t>
            </a:r>
          </a:p>
          <a:p xmlns:a="http://schemas.openxmlformats.org/drawingml/2006/main">
            <a:pPr>
              <a:defRPr sz="1800" b="0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7DD"/>
                </a:solidFill>
                <a:latin typeface="Arial"/>
                <a:ea typeface="Arial"/>
                <a:cs typeface="Arial"/>
              </a:rPr>
              <a:t>A casa da avo funciona como ancora emocional para historias futuras.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FE8A1-2AA6-4BD3-8B73-44364306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667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Franquia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Animacao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HQ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Mobile</a:t>
            </a:r>
          </a:p>
          <a:p xmlns:a="http://schemas.openxmlformats.org/drawingml/2006/main">
            <a:pPr>
              <a:defRPr sz="225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Sequencias</a:t>
            </a:r>
          </a:p>
        </p:txBody>
      </p:sp>
    </p:spTree>
    <p:extLst>
      <p:ext uri="{BB962C8B-B14F-4D97-AF65-F5344CB8AC3E}">
        <p14:creationId xmlns:p14="http://schemas.microsoft.com/office/powerpoint/2010/main" val="598262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DFA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463CD-A7A8-41AC-BBFB-C3CF32D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52D"/>
                </a:solidFill>
                <a:latin typeface="Arial"/>
                <a:ea typeface="Arial"/>
                <a:cs typeface="Arial"/>
              </a:rPr>
              <a:t>PROXIMO MARCO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E7F15-ADA2-427B-A2B4-8C6F7174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7D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7DD"/>
                </a:solidFill>
                <a:latin typeface="Arial"/>
                <a:ea typeface="Arial"/>
                <a:cs typeface="Arial"/>
              </a:rPr>
              <a:t>O investimento financia um MVP jogavel e apresentavel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60B9F-EFDC-438B-8B7F-244EB7CD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7477125" cy="1417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produto: completar a primeira experiencia da casa ao encontro com o Saci.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de validacao: testar leitura visual, controles, ritmo e interesse narrativo.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Prioridade comercial: preparar materiais de loja, trailer curto e plano de producao completo.</a:t>
            </a:r>
          </a:p>
          <a:p xmlns:a="http://schemas.openxmlformats.org/drawingml/2006/main">
            <a:pPr>
              <a:defRPr sz="1800" b="0">
                <a:solidFill>
                  <a:srgbClr val="070A1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70A12"/>
                </a:solidFill>
                <a:latin typeface="Arial"/>
                <a:ea typeface="Arial"/>
                <a:cs typeface="Arial"/>
              </a:rPr>
              <a:t>Decisoes pendentes: orcamento, tamanho da equipe, cronograma fechado e metas de captacao.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4e67eb1854a81"/>
          <a:stretch xmlns:a="http://schemas.openxmlformats.org/drawingml/2006/main"/>
        </p:blipFill>
        <p:spPr>
          <a:xfrm xmlns:a="http://schemas.openxmlformats.org/drawingml/2006/main">
            <a:off x="9096375" y="2762250"/>
            <a:ext cx="1524000" cy="1524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229B1-D1E0-4B9C-968D-1EC9EF35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672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Pedido sugerido para a reuniao:</a:t>
            </a:r>
          </a:p>
          <a:p xmlns:a="http://schemas.openxmlformats.org/drawingml/2006/main">
            <a:pPr>
              <a:defRPr sz="1725" b="1">
                <a:solidFill>
                  <a:srgbClr val="C21E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1E33"/>
                </a:solidFill>
                <a:latin typeface="Arial"/>
                <a:ea typeface="Arial"/>
                <a:cs typeface="Arial"/>
              </a:rPr>
              <a:t>financiar o MVP e medir tracao antes da producao completa.</a:t>
            </a:r>
          </a:p>
        </p:txBody>
      </p:sp>
    </p:spTree>
    <p:extLst>
      <p:ext uri="{BB962C8B-B14F-4D97-AF65-F5344CB8AC3E}">
        <p14:creationId xmlns:p14="http://schemas.microsoft.com/office/powerpoint/2010/main" val="2077506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2026-09-30T00:12:11.4720000Z</dcterms:created>
  <dcterms:modified xsi:type="dcterms:W3CDTF">2026-09-30T00:12:11.4720000Z</dcterms:modified>
</coreProperties>
</file>