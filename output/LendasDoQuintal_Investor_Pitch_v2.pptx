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14747826d4dd2" /><Relationship Type="http://schemas.openxmlformats.org/officeDocument/2006/relationships/extended-properties" Target="/docProps/app.xml" Id="Rfdb6aa8bf3b74ae6" /><Relationship Type="http://schemas.openxmlformats.org/officeDocument/2006/relationships/officeDocument" Target="/ppt/presentation.xml" Id="Rf61346592c1f4b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98bdfe332b4685"/>
  </p:sldMasterIdLst>
  <p:notesMasterIdLst>
    <p:notesMasterId xmlns:r="http://schemas.openxmlformats.org/officeDocument/2006/relationships" r:id="R8cbd883a77a4409e"/>
  </p:notesMasterIdLst>
  <p:sldIdLst>
    <p:sldId xmlns:r="http://schemas.openxmlformats.org/officeDocument/2006/relationships" id="256" r:id="Rc2e7414954c54e69"/>
    <p:sldId xmlns:r="http://schemas.openxmlformats.org/officeDocument/2006/relationships" id="257" r:id="Re0535c3d67854d8f"/>
    <p:sldId xmlns:r="http://schemas.openxmlformats.org/officeDocument/2006/relationships" id="258" r:id="Rae811dd79784442a"/>
    <p:sldId xmlns:r="http://schemas.openxmlformats.org/officeDocument/2006/relationships" id="259" r:id="R59f034e4c5e74e50"/>
    <p:sldId xmlns:r="http://schemas.openxmlformats.org/officeDocument/2006/relationships" id="260" r:id="R0eca474e9fa141c0"/>
    <p:sldId xmlns:r="http://schemas.openxmlformats.org/officeDocument/2006/relationships" id="261" r:id="Rabc5e546e54649cc"/>
    <p:sldId xmlns:r="http://schemas.openxmlformats.org/officeDocument/2006/relationships" id="262" r:id="R2c03978a64ab4f0c"/>
    <p:sldId xmlns:r="http://schemas.openxmlformats.org/officeDocument/2006/relationships" id="263" r:id="Rf93ad06c96b84fed"/>
    <p:sldId xmlns:r="http://schemas.openxmlformats.org/officeDocument/2006/relationships" id="264" r:id="R4bb163aa3f9f45be"/>
    <p:sldId xmlns:r="http://schemas.openxmlformats.org/officeDocument/2006/relationships" id="265" r:id="R94be392309d64b19"/>
    <p:sldId xmlns:r="http://schemas.openxmlformats.org/officeDocument/2006/relationships" id="266" r:id="R070e87fb82cd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5380ebc164681" /><Relationship Type="http://schemas.openxmlformats.org/officeDocument/2006/relationships/slideMaster" Target="/ppt/slideMasters/slideMaster1.xml" Id="R5a98bdfe332b4685" /><Relationship Type="http://schemas.openxmlformats.org/officeDocument/2006/relationships/notesMaster" Target="/ppt/notesMasters/notesMaster1.xml" Id="R8cbd883a77a4409e" /><Relationship Type="http://schemas.openxmlformats.org/officeDocument/2006/relationships/presProps" Target="/ppt/presProps.xml" Id="Re2ca1b378d7b41ca" /><Relationship Type="http://schemas.openxmlformats.org/officeDocument/2006/relationships/tableStyles" Target="/ppt/tableStyles.xml" Id="R66819c93f3414ca9" /><Relationship Type="http://schemas.openxmlformats.org/officeDocument/2006/relationships/slide" Target="/ppt/slides/slide1.xml" Id="Rc2e7414954c54e69" /><Relationship Type="http://schemas.openxmlformats.org/officeDocument/2006/relationships/slide" Target="/ppt/slides/slide2.xml" Id="Re0535c3d67854d8f" /><Relationship Type="http://schemas.openxmlformats.org/officeDocument/2006/relationships/slide" Target="/ppt/slides/slide3.xml" Id="Rae811dd79784442a" /><Relationship Type="http://schemas.openxmlformats.org/officeDocument/2006/relationships/slide" Target="/ppt/slides/slide4.xml" Id="R59f034e4c5e74e50" /><Relationship Type="http://schemas.openxmlformats.org/officeDocument/2006/relationships/slide" Target="/ppt/slides/slide5.xml" Id="R0eca474e9fa141c0" /><Relationship Type="http://schemas.openxmlformats.org/officeDocument/2006/relationships/slide" Target="/ppt/slides/slide6.xml" Id="Rabc5e546e54649cc" /><Relationship Type="http://schemas.openxmlformats.org/officeDocument/2006/relationships/slide" Target="/ppt/slides/slide7.xml" Id="R2c03978a64ab4f0c" /><Relationship Type="http://schemas.openxmlformats.org/officeDocument/2006/relationships/slide" Target="/ppt/slides/slide8.xml" Id="Rf93ad06c96b84fed" /><Relationship Type="http://schemas.openxmlformats.org/officeDocument/2006/relationships/slide" Target="/ppt/slides/slide9.xml" Id="R4bb163aa3f9f45be" /><Relationship Type="http://schemas.openxmlformats.org/officeDocument/2006/relationships/slide" Target="/ppt/slides/slide10.xml" Id="R94be392309d64b19" /><Relationship Type="http://schemas.openxmlformats.org/officeDocument/2006/relationships/slide" Target="/ppt/slides/slide11.xml" Id="R070e87fb82cd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8472a2b9b8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5d48e047494ac7" /><Relationship Type="http://schemas.openxmlformats.org/officeDocument/2006/relationships/notesMaster" Target="/ppt/notesMasters/notesMaster1.xml" Id="Rce8a38a6fba241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5929a27d947ad" /><Relationship Type="http://schemas.openxmlformats.org/officeDocument/2006/relationships/notesMaster" Target="/ppt/notesMasters/notesMaster1.xml" Id="Rd3b6d4390f47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21981360074a0e" /><Relationship Type="http://schemas.openxmlformats.org/officeDocument/2006/relationships/notesMaster" Target="/ppt/notesMasters/notesMaster1.xml" Id="R9d89b37762fa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dba6f754e4b2b" /><Relationship Type="http://schemas.openxmlformats.org/officeDocument/2006/relationships/notesMaster" Target="/ppt/notesMasters/notesMaster1.xml" Id="Raa3b9eee0e8d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e4d6d115d4255" /><Relationship Type="http://schemas.openxmlformats.org/officeDocument/2006/relationships/notesMaster" Target="/ppt/notesMasters/notesMaster1.xml" Id="Rd06d70b1b6e5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aa20b02cbf4b97" /><Relationship Type="http://schemas.openxmlformats.org/officeDocument/2006/relationships/notesMaster" Target="/ppt/notesMasters/notesMaster1.xml" Id="R7566b60223ab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0ef57c926b4a1c" /><Relationship Type="http://schemas.openxmlformats.org/officeDocument/2006/relationships/notesMaster" Target="/ppt/notesMasters/notesMaster1.xml" Id="R1b5e245ab103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e7e43a62143a0" /><Relationship Type="http://schemas.openxmlformats.org/officeDocument/2006/relationships/notesMaster" Target="/ppt/notesMasters/notesMaster1.xml" Id="Rf3cd2f5cb12349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c5f143d2dc431d" /><Relationship Type="http://schemas.openxmlformats.org/officeDocument/2006/relationships/notesMaster" Target="/ppt/notesMasters/notesMaster1.xml" Id="Rbf887bfbf4614e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5119f515bb4739" /><Relationship Type="http://schemas.openxmlformats.org/officeDocument/2006/relationships/notesMaster" Target="/ppt/notesMasters/notesMaster1.xml" Id="R6fb0c71938a54e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04a7db22784c9d" /><Relationship Type="http://schemas.openxmlformats.org/officeDocument/2006/relationships/notesMaster" Target="/ppt/notesMasters/notesMaster1.xml" Id="R791005f8780d42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 e 3. Arte: Assets/Art/Title/lendas_quintal_title_key_art_pixel.png.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21,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2, 8 e 9. Artes: Assets/Art/Backgrounds/Phase1_Backyard_Background_Wide.png, Assets/Art/Characters/Hero/hero_idle_side_64.png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1. Arte: Assets/Art/Characters/Hero/Jump/hero_jump_side_01.png.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4, 9, 11 e 16. Artes: Assets/Art/Backgrounds/Phase1_Backyard_Background.png e Assets/Art/Effects/Impact/impact_punch_01.png.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7 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21. Arte: Assets/Art/Backgrounds/Phase1_Backyard_Background_Wide.png.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23 e 24. Artes: Assets/Art/Characters/Hero/Attack/hero_attack_side_02.png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21 e 22. Arte: Assets/Art/Characters/Hero/hero_idle_side_64.png.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3cedb3b4a49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70fdc9ac641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4eacf978044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f1fadbf9841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76e0bbe0c44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c1e8be28744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AA57D0-71EE-4657-9197-8E78C28D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8F82A8-8DA1-457A-8B0B-BCA10652D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C54DBA6-8CD8-4D2B-8B84-D4F10F2804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3C1C47-5681-41D8-8DB1-DBFA8F7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F067A3-4DA8-46D8-98CB-11F8046ED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9E0D98-4825-48FE-9F9F-9E487451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317BEB-E135-4748-831D-8ECDB970BC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91E6FF3-1FA5-4359-B33E-FFCAC7C80D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6ADF918-4E5A-4612-A059-96C160DC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F963EF-F379-42B1-82D0-8837B23B2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BE932F-EF41-4429-9AC3-12C0CF3553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945D52-ECB9-44BC-9FF6-512EEC6DAE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740380-E2FD-4280-BD02-069552D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71EB59-A13E-45FC-A4A1-972D6FF83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7187A8-BFFE-4EBD-A055-C7B08BAF0B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49fb271bf4eda" /><Relationship Type="http://schemas.openxmlformats.org/officeDocument/2006/relationships/slideLayout" Target="/ppt/slideLayouts/slideLayout1.xml" Id="R34c7cda7206d436e" /><Relationship Type="http://schemas.openxmlformats.org/officeDocument/2006/relationships/slideLayout" Target="/ppt/slideLayouts/slideLayout2.xml" Id="R46d57782da38402a" /><Relationship Type="http://schemas.openxmlformats.org/officeDocument/2006/relationships/slideLayout" Target="/ppt/slideLayouts/slideLayout3.xml" Id="Rdd6715e39ede4d2c" /><Relationship Type="http://schemas.openxmlformats.org/officeDocument/2006/relationships/slideLayout" Target="/ppt/slideLayouts/slideLayout4.xml" Id="R0a6dfd6fe886420e" /><Relationship Type="http://schemas.openxmlformats.org/officeDocument/2006/relationships/slideLayout" Target="/ppt/slideLayouts/slideLayout5.xml" Id="Rcfaa548077ee46e5" /><Relationship Type="http://schemas.openxmlformats.org/officeDocument/2006/relationships/slideLayout" Target="/ppt/slideLayouts/slideLayout6.xml" Id="R8ec06a9f1b60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c7cda7206d436e"/>
    <p:sldLayoutId xmlns:r="http://schemas.openxmlformats.org/officeDocument/2006/relationships" id="2147483650" r:id="R46d57782da38402a"/>
    <p:sldLayoutId xmlns:r="http://schemas.openxmlformats.org/officeDocument/2006/relationships" id="2147483651" r:id="Rdd6715e39ede4d2c"/>
    <p:sldLayoutId xmlns:r="http://schemas.openxmlformats.org/officeDocument/2006/relationships" id="2147483652" r:id="R0a6dfd6fe886420e"/>
    <p:sldLayoutId xmlns:r="http://schemas.openxmlformats.org/officeDocument/2006/relationships" id="2147483653" r:id="Rcfaa548077ee46e5"/>
    <p:sldLayoutId xmlns:r="http://schemas.openxmlformats.org/officeDocument/2006/relationships" id="2147483654" r:id="R8ec06a9f1b60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0908353cb43be" /><Relationship Type="http://schemas.openxmlformats.org/officeDocument/2006/relationships/image" Target="/ppt/media/image.png" Id="R5b84992842854b9e" /><Relationship Type="http://schemas.openxmlformats.org/officeDocument/2006/relationships/notesSlide" Target="/ppt/notesSlides/notesSlide1.xml" Id="R4ddd15607b9a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8a91960974294" /><Relationship Type="http://schemas.openxmlformats.org/officeDocument/2006/relationships/image" Target="/ppt/media/image2.png" Id="R434e49b05870428a" /><Relationship Type="http://schemas.openxmlformats.org/officeDocument/2006/relationships/notesSlide" Target="/ppt/notesSlides/notesSlide2.xml" Id="R6166f56730234f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aa635cf894329" /><Relationship Type="http://schemas.openxmlformats.org/officeDocument/2006/relationships/image" Target="/ppt/media/image3.png" Id="Rab22610df1ae4b06" /><Relationship Type="http://schemas.openxmlformats.org/officeDocument/2006/relationships/image" Target="/ppt/media/image4.png" Id="R7dfb376280ba4efa" /><Relationship Type="http://schemas.openxmlformats.org/officeDocument/2006/relationships/image" Target="/ppt/media/image5.png" Id="Rf0e91ce3f67b4b40" /><Relationship Type="http://schemas.openxmlformats.org/officeDocument/2006/relationships/notesSlide" Target="/ppt/notesSlides/notesSlide3.xml" Id="Rdc07ee955385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795d3819142a8" /><Relationship Type="http://schemas.openxmlformats.org/officeDocument/2006/relationships/image" Target="/ppt/media/image6.png" Id="R2cad41165f4842cc" /><Relationship Type="http://schemas.openxmlformats.org/officeDocument/2006/relationships/notesSlide" Target="/ppt/notesSlides/notesSlide4.xml" Id="R43cfe5d5d07746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f3ed28d54466f" /><Relationship Type="http://schemas.openxmlformats.org/officeDocument/2006/relationships/image" Target="/ppt/media/image7.png" Id="R66343969c7234012" /><Relationship Type="http://schemas.openxmlformats.org/officeDocument/2006/relationships/image" Target="/ppt/media/image8.png" Id="R5480c7f14c7446c7" /><Relationship Type="http://schemas.openxmlformats.org/officeDocument/2006/relationships/notesSlide" Target="/ppt/notesSlides/notesSlide5.xml" Id="R70f9da331dd646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33e1b9c3c446f" /><Relationship Type="http://schemas.openxmlformats.org/officeDocument/2006/relationships/notesSlide" Target="/ppt/notesSlides/notesSlide6.xml" Id="R076ef619d5ff49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051f4c0884cae" /><Relationship Type="http://schemas.openxmlformats.org/officeDocument/2006/relationships/image" Target="/ppt/media/image9.png" Id="Rb106fc0a8ac74e4a" /><Relationship Type="http://schemas.openxmlformats.org/officeDocument/2006/relationships/notesSlide" Target="/ppt/notesSlides/notesSlide7.xml" Id="R96bbac76540041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ae9bc4b5446c9" /><Relationship Type="http://schemas.openxmlformats.org/officeDocument/2006/relationships/notesSlide" Target="/ppt/notesSlides/notesSlide8.xml" Id="Rd6c28b711d0a42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c6f1b66f6402d" /><Relationship Type="http://schemas.openxmlformats.org/officeDocument/2006/relationships/image" Target="/ppt/media/image10.png" Id="Re26aaaf236ef4c79" /><Relationship Type="http://schemas.openxmlformats.org/officeDocument/2006/relationships/image" Target="/ppt/media/image11.png" Id="R07f9a7b9a9934805" /><Relationship Type="http://schemas.openxmlformats.org/officeDocument/2006/relationships/notesSlide" Target="/ppt/notesSlides/notesSlide9.xml" Id="Rdd182330aeea47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0aa0323084ba5" /><Relationship Type="http://schemas.openxmlformats.org/officeDocument/2006/relationships/image" Target="/ppt/media/image12.png" Id="R30f5b094d5654eb5" /><Relationship Type="http://schemas.openxmlformats.org/officeDocument/2006/relationships/notesSlide" Target="/ppt/notesSlides/notesSlide10.xml" Id="R2aedd544436348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277d18f824d29" /><Relationship Type="http://schemas.openxmlformats.org/officeDocument/2006/relationships/image" Target="/ppt/media/image13.png" Id="R7d33ea5418c54a46" /><Relationship Type="http://schemas.openxmlformats.org/officeDocument/2006/relationships/notesSlide" Target="/ppt/notesSlides/notesSlide11.xml" Id="R51a7c376fc4c42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4992842854b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FEE3-8BA7-4F79-AFA5-215FA0F0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42000">
                <a:srgbClr val="070A12">
                  <a:alpha val="72000"/>
                </a:srgbClr>
              </a:gs>
              <a:gs pos="100000">
                <a:srgbClr val="070A12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C23CE-4465-4010-A7EE-17EE3E78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Lendas do Quintal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C643-CFC9-4941-AF11-0151845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O Sumiço da Vovó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294AB-111E-4C6A-A551-5B551D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Pitch para investidores</a:t>
            </a:r>
          </a:p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 2D com folclore brasileiro, mistério familiar e pixel art</a:t>
            </a:r>
          </a:p>
        </p:txBody>
      </p:sp>
    </p:spTree>
    <p:extLst>
      <p:ext uri="{BB962C8B-B14F-4D97-AF65-F5344CB8AC3E}">
        <p14:creationId xmlns:p14="http://schemas.microsoft.com/office/powerpoint/2010/main" val="630326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49b05870428a"/>
          <a:srcRect xmlns:a="http://schemas.openxmlformats.org/drawingml/2006/main" l="28700" t="0" r="287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59850-6F06-4709-B02B-EA3A4AE4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50000">
                <a:srgbClr val="10182A">
                  <a:alpha val="55000"/>
                </a:srgbClr>
              </a:gs>
              <a:gs pos="100000">
                <a:srgbClr val="10182A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5DEC6-FBF5-4475-B8BC-B531F527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TESE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D39E2-50F7-407A-88C9-F254090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Um jogo brasileiro com apelo global de aventura 2D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76137-28FF-41CF-9EFB-E1C4A0CE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7150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Identidade rara: folclore brasileiro tratado como aventura acessivel.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Base emocional clara: a casa da avo vira ponto de partida do misterio.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Escopo inicial controlado: MVP focado na primeira parte da Fase 1.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Potencial de franquia: novas lendas, capitulos extras, HQ e animacao.</a:t>
            </a:r>
          </a:p>
        </p:txBody>
      </p:sp>
    </p:spTree>
    <p:extLst>
      <p:ext uri="{BB962C8B-B14F-4D97-AF65-F5344CB8AC3E}">
        <p14:creationId xmlns:p14="http://schemas.microsoft.com/office/powerpoint/2010/main" val="1521990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610df1ae4b06"/>
          <a:srcRect xmlns:a="http://schemas.openxmlformats.org/drawingml/2006/main" l="0" t="9444" r="0" b="9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BA86-65C3-4B4A-8504-B7A04C7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2C053-F589-4F44-9619-F9D873C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Conceito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B92AF-1A02-4F09-ACC7-87FE45F2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 avo desaparece. As lendas eram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8AEFE-70C0-4037-ACBC-9CA402E7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1912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jogador acorda durante a madrugada e encontra a casa baguncada.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Pistas espalhadas pela casa e pelo quintal revelam o segredo da avo.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misterio leva ao mundo das lendas e a uma entidade criada pelo esquecimento.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b376280ba4efa"/>
          <a:stretch xmlns:a="http://schemas.openxmlformats.org/drawingml/2006/main"/>
        </p:blipFill>
        <p:spPr>
          <a:xfrm xmlns:a="http://schemas.openxmlformats.org/drawingml/2006/main">
            <a:off x="8048625" y="3429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91ce3f67b4b40"/>
          <a:stretch xmlns:a="http://schemas.openxmlformats.org/drawingml/2006/main"/>
        </p:blipFill>
        <p:spPr>
          <a:xfrm xmlns:a="http://schemas.openxmlformats.org/drawingml/2006/main">
            <a:off x="9667875" y="371475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60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DB835-CB69-41C2-97BE-81D63A6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PUBLICO E PLATAFORMAS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42100-CA02-4287-8F42-F366D147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Entrada em PC e Android, com caminho para lojas maiores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94D5A-56A2-4EBA-9F6F-165333F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497F4-11BF-48AA-854F-705C60E5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Criancas, adolescentes e adultos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C1D13-C898-4B4E-BF87-FB016A84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071FE-CA73-424A-9530-DED48D5C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813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Jogadores nostalgicos de plataforma 2D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37F3B-04C0-41BB-84C4-94F4BCE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FBE2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FBE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03380-56E3-408B-8E1F-F940CB1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33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Publico brasileiro e fas de folclore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88EBE-52F0-48BB-9B82-F88C0611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4476750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Plataformas iniciais: PC e Android.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Expansao futura: Steam, Nintendo Switch e consoles.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direcao visual ajuda o jogo a funcionar em telas grandes e mobile.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d41165f4842cc"/>
          <a:stretch xmlns:a="http://schemas.openxmlformats.org/drawingml/2006/main"/>
        </p:blipFill>
        <p:spPr>
          <a:xfrm xmlns:a="http://schemas.openxmlformats.org/drawingml/2006/main">
            <a:off x="8572500" y="4267200"/>
            <a:ext cx="1238250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84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43969c72340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907DA-66B7-485F-B983-26A163D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F8DC2-7B18-40C1-8AC8-894350A0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LOOP DE JOGO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AE13-5875-48F2-BD4A-7CDD739B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Explorar, encontrar pistas e enfrentar lendas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B0A4E-778B-4407-A647-3B9FA5F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58F7D-2A3D-4E4E-BA9E-7827352E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F54E9-2B44-4A6C-8E96-075F8A4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Casa, quintal, mata, rio, vila e mundo das lendas.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FEA60-C5D7-4D67-82FE-ADD5B3A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E456D-DE92-43A8-AB00-687235E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Investigacao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51DFD-773C-4467-B5C2-8DF78EF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Cartas, marcas, objetos fora do lugar e lembrancas da avo.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E1EF3-07F2-4A79-A0B0-C35EB12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5E2EB-C56D-4883-A24D-54B00544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Acao leve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20538-794C-487B-86E7-AB7A24A6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Plataforma, combate simples, esquiva e encontros com bosses.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A1B4B-5C1C-406E-A57E-5631282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0F3C5-CDBE-4B5F-9DD7-7D5CD31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DC2C4-A43E-4B77-94F4-C1A1555A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Cada lenda entrega uma pista sobre o desaparecimento.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0c7f14c7446c7"/>
          <a:stretch xmlns:a="http://schemas.openxmlformats.org/drawingml/2006/main"/>
        </p:blipFill>
        <p:spPr>
          <a:xfrm xmlns:a="http://schemas.openxmlformats.org/drawingml/2006/main">
            <a:off x="9525000" y="4333875"/>
            <a:ext cx="1190625" cy="119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34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75A0-EA0C-49DB-AB28-18D8DC8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PROGRESSAO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C6EDB-8267-4203-9EA2-091F0AE5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Quatro areas conectam a casa ao mundo das lendas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F466F-0495-4917-ACE4-3ADA7AEB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AB4FF-A125-48E5-A2FE-B2569177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Casa e Quintal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73C24-E66A-4112-8129-575B2E0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Saci-Perere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0EB51-7908-4CB9-94EF-36EFDB3F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E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F48D2-3181-4033-9155-8B485B4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F3169-6700-48DE-85B4-CD7B5C5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Rio das Vozes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A389B-7BEB-4114-85F3-657DCAF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Iara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F2A0E-608B-43D9-B137-785057DF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D147D-EBE5-4D94-84A6-7D02074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B0E5C-2E71-4092-8DE6-20C33972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Vila Esquecida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B3951-1D6A-41D0-AF40-46D51D5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Curupira e Lobisomem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4C02F-C410-461E-9047-212CF489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5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79D64-B513-4D05-B0E3-5D4BF2F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F8C12-CF4A-40D6-B521-60463D6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Mundo das Lendas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964EF-3CEE-4800-836C-2E23A97D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 Entidade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D4A4E-683C-4EAA-BB35-C338001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24D89-2A4D-47D4-A7E2-4B2C2200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8477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Cada area muda o tema visual, os obstaculos e o tipo de encontro folclorico.</a:t>
            </a:r>
          </a:p>
        </p:txBody>
      </p:sp>
    </p:spTree>
    <p:extLst>
      <p:ext uri="{BB962C8B-B14F-4D97-AF65-F5344CB8AC3E}">
        <p14:creationId xmlns:p14="http://schemas.microsoft.com/office/powerpoint/2010/main" val="1514044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6fc0a8ac74e4a"/>
          <a:srcRect xmlns:a="http://schemas.openxmlformats.org/drawingml/2006/main" l="37852" t="0" r="37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3D1F7-951D-4DE4-87C6-8D3FD7C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65151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40000">
                <a:srgbClr val="10182A">
                  <a:alpha val="70000"/>
                </a:srgbClr>
              </a:gs>
              <a:gs pos="100000">
                <a:srgbClr val="10182A">
                  <a:alpha val="8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14BB0-9D83-44F4-85C7-44098B7B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2BEF1-3803-4D3E-A241-45E6AAC9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primeiro prototipo prova movimento, misterio e encontro com o Saci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6AA00-1F0E-42D0-AA8C-AE124A81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9055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Area: casa da avo e primeiro trecho do quintal.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Sistemas: movimento lateral, pulo, ataque basico, inimigo simples e HUD.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Narrativa: acordar, investigar a casa, sair ao quintal e encontrar o Saci.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Meta: validar a sensacao de aventura antes de ampliar fases e personagens.</a:t>
            </a:r>
          </a:p>
        </p:txBody>
      </p:sp>
    </p:spTree>
    <p:extLst>
      <p:ext uri="{BB962C8B-B14F-4D97-AF65-F5344CB8AC3E}">
        <p14:creationId xmlns:p14="http://schemas.microsoft.com/office/powerpoint/2010/main" val="1833810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CEBFF-36C8-4632-AB62-E35C1824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A3F5E-F328-4DA1-B19E-28FA17D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plano de producao reduz risco antes do conteudo maior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60944-83AE-4C05-82B6-2C147AD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4CC72-9493-42A6-BA06-7E510F33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Base jogavel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43AD9-D870-4E27-AB6D-E1F7CA39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movimento, camera, colisao e cena simples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EBE92-793C-4111-9FA6-8A4954F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28598-BF0B-43DE-A08E-D01C660D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Interacao e misterio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D2C81-18B4-4F24-B4EE-257DDDFB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objetos examinaveis, pistas, objetivos e dialogos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DD0FB-8CA6-4BD4-BD5D-4F60279C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24AD4-96C3-4158-AD79-B01DA072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Combate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E47DD-860A-4BCE-8897-03925B2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ataque basico, inimigo, dano, vida e respawn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212FB-5E7D-4FF4-A7FC-E205363C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5123B-58F0-4918-8F60-0B2DB468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Primeira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BB899-C2F8-45C8-81AB-7AF5ACC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casa, quintal, pickups, obstaculos e Saci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4283A-9CA2-4CFC-B7E8-C599F1B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ACB37-54AD-41F2-A02D-ADE3B64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Polimento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9744F-7DEE-49B3-BC27-E8B21C50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animacoes, efeitos, audio, menu e build jogavel</a:t>
            </a:r>
          </a:p>
        </p:txBody>
      </p:sp>
    </p:spTree>
    <p:extLst>
      <p:ext uri="{BB962C8B-B14F-4D97-AF65-F5344CB8AC3E}">
        <p14:creationId xmlns:p14="http://schemas.microsoft.com/office/powerpoint/2010/main" val="602334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B7398-FD35-4B95-BA2A-201C43F5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MODELO DE EXPANSAO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E5A59-FBA4-49F4-B0F3-B8665B6C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jogo principal pode abrir caminho para conteudo recorrente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688A6-1AD6-45E9-A543-BF31A35C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81025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Produto inicial: jogo para PC e Android.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Canal futuro: Steam, Switch e consoles.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Expansoes: novas lendas, capitulos extras, skins e coop futuro.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estrategia comercial deve ser fechada depois do MVP e dos testes com jogadores.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aaaf236ef4c79"/>
          <a:stretch xmlns:a="http://schemas.openxmlformats.org/drawingml/2006/main"/>
        </p:blipFill>
        <p:spPr>
          <a:xfrm xmlns:a="http://schemas.openxmlformats.org/drawingml/2006/main">
            <a:off x="7600950" y="1771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9a7b9a9934805"/>
          <a:stretch xmlns:a="http://schemas.openxmlformats.org/drawingml/2006/main"/>
        </p:blipFill>
        <p:spPr>
          <a:xfrm xmlns:a="http://schemas.openxmlformats.org/drawingml/2006/main">
            <a:off x="9334500" y="238125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61487-FFC7-4D1B-A9A1-2AEAA1F4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714750" cy="930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DFA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DFA4"/>
                </a:solidFill>
                <a:latin typeface="Arial"/>
                <a:ea typeface="Arial"/>
                <a:cs typeface="Arial"/>
              </a:rPr>
              <a:t>Sem dados de mercado no GDD, este deck evita previsoes financeiras e foca na tese criativa, escopo e proximo marco financiavel.</a:t>
            </a:r>
          </a:p>
        </p:txBody>
      </p:sp>
    </p:spTree>
    <p:extLst>
      <p:ext uri="{BB962C8B-B14F-4D97-AF65-F5344CB8AC3E}">
        <p14:creationId xmlns:p14="http://schemas.microsoft.com/office/powerpoint/2010/main" val="15656793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5b094d5654e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748F2-B6C6-430A-BEF8-FD1F87E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C35D4-C982-4624-917D-D59F3389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POTENCIAL DE PROPRIEDADE INTELECTUAL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295B2-DCFE-4365-80DB-5810B51B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As lendas brasileiras sustentam uma franquia de capitulos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252EF-81BB-433B-8956-D8320BD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572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Novas lendas podem virar fases, chefes, itens e historias extras.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O universo permite extensoes em HQ, animacao e material educativo.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casa da avo funciona como ancora emocional para historias futuras.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477C3-3B9A-4F98-B0B1-137F469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66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Franquia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Animacao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HQ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Mobile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Sequencias</a:t>
            </a:r>
          </a:p>
        </p:txBody>
      </p:sp>
    </p:spTree>
    <p:extLst>
      <p:ext uri="{BB962C8B-B14F-4D97-AF65-F5344CB8AC3E}">
        <p14:creationId xmlns:p14="http://schemas.microsoft.com/office/powerpoint/2010/main" val="18330916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B446C-2DBD-4F21-B317-44FF347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PROXIMO MARCO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DBC45-A662-41F4-B735-83AEB51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investimento financia um MVP jogavel e apresentavel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34BF0-F289-4C18-A79F-0B890028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7477125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produto: completar a primeira experiencia da casa ao encontro com o Saci.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validacao: testar leitura visual, controles, ritmo e interesse narrativo.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comercial: preparar materiais de loja, trailer curto e plano de producao completo.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Decisoes pendentes: orcamento, tamanho da equipe, cronograma fechado e metas de captacao.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3ea5418c54a46"/>
          <a:stretch xmlns:a="http://schemas.openxmlformats.org/drawingml/2006/main"/>
        </p:blipFill>
        <p:spPr>
          <a:xfrm xmlns:a="http://schemas.openxmlformats.org/drawingml/2006/main">
            <a:off x="9096375" y="27622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28A17-9882-448B-B2B2-D8CE0F2D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Pedido sugerido para a reuniao:</a:t>
            </a:r>
          </a:p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financiar o MVP e medir tracao antes da producao completa.</a:t>
            </a:r>
          </a:p>
        </p:txBody>
      </p:sp>
    </p:spTree>
    <p:extLst>
      <p:ext uri="{BB962C8B-B14F-4D97-AF65-F5344CB8AC3E}">
        <p14:creationId xmlns:p14="http://schemas.microsoft.com/office/powerpoint/2010/main" val="786946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2026-09-30T00:13:04.7290000Z</dcterms:created>
  <dcterms:modified xsi:type="dcterms:W3CDTF">2026-09-30T00:13:04.7290000Z</dcterms:modified>
</coreProperties>
</file>