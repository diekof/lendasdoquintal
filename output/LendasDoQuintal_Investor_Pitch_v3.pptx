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e671ac110d470e" /><Relationship Type="http://schemas.openxmlformats.org/officeDocument/2006/relationships/extended-properties" Target="/docProps/app.xml" Id="Rfe54563f04a24db5" /><Relationship Type="http://schemas.openxmlformats.org/officeDocument/2006/relationships/officeDocument" Target="/ppt/presentation.xml" Id="R4ecf4ba4ba8a48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7ee0f9a37c4bfb"/>
  </p:sldMasterIdLst>
  <p:notesMasterIdLst>
    <p:notesMasterId xmlns:r="http://schemas.openxmlformats.org/officeDocument/2006/relationships" r:id="Rc20ea136cb134881"/>
  </p:notesMasterIdLst>
  <p:sldIdLst>
    <p:sldId xmlns:r="http://schemas.openxmlformats.org/officeDocument/2006/relationships" id="256" r:id="R72958b1b348f4842"/>
    <p:sldId xmlns:r="http://schemas.openxmlformats.org/officeDocument/2006/relationships" id="257" r:id="R3345d7bca60d49a1"/>
    <p:sldId xmlns:r="http://schemas.openxmlformats.org/officeDocument/2006/relationships" id="258" r:id="R8b6b840e5c3348f4"/>
    <p:sldId xmlns:r="http://schemas.openxmlformats.org/officeDocument/2006/relationships" id="259" r:id="R4e36a8d8c3904e2b"/>
    <p:sldId xmlns:r="http://schemas.openxmlformats.org/officeDocument/2006/relationships" id="260" r:id="Rb710ab2cfa2742e0"/>
    <p:sldId xmlns:r="http://schemas.openxmlformats.org/officeDocument/2006/relationships" id="261" r:id="Rf50c62d7acc9450c"/>
    <p:sldId xmlns:r="http://schemas.openxmlformats.org/officeDocument/2006/relationships" id="262" r:id="Rf6654ee8ee7c4a00"/>
    <p:sldId xmlns:r="http://schemas.openxmlformats.org/officeDocument/2006/relationships" id="263" r:id="Rdea5daf158ac45d2"/>
    <p:sldId xmlns:r="http://schemas.openxmlformats.org/officeDocument/2006/relationships" id="264" r:id="R79328f0965cd448b"/>
    <p:sldId xmlns:r="http://schemas.openxmlformats.org/officeDocument/2006/relationships" id="265" r:id="R58d5cf51bde64e3e"/>
    <p:sldId xmlns:r="http://schemas.openxmlformats.org/officeDocument/2006/relationships" id="266" r:id="R7125195d42f449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2dab34fbb74f92" /><Relationship Type="http://schemas.openxmlformats.org/officeDocument/2006/relationships/slideMaster" Target="/ppt/slideMasters/slideMaster1.xml" Id="Rea7ee0f9a37c4bfb" /><Relationship Type="http://schemas.openxmlformats.org/officeDocument/2006/relationships/notesMaster" Target="/ppt/notesMasters/notesMaster1.xml" Id="Rc20ea136cb134881" /><Relationship Type="http://schemas.openxmlformats.org/officeDocument/2006/relationships/presProps" Target="/ppt/presProps.xml" Id="Raf5585da0c5e45bd" /><Relationship Type="http://schemas.openxmlformats.org/officeDocument/2006/relationships/tableStyles" Target="/ppt/tableStyles.xml" Id="R61edf86e60eb43d0" /><Relationship Type="http://schemas.openxmlformats.org/officeDocument/2006/relationships/slide" Target="/ppt/slides/slide1.xml" Id="R72958b1b348f4842" /><Relationship Type="http://schemas.openxmlformats.org/officeDocument/2006/relationships/slide" Target="/ppt/slides/slide2.xml" Id="R3345d7bca60d49a1" /><Relationship Type="http://schemas.openxmlformats.org/officeDocument/2006/relationships/slide" Target="/ppt/slides/slide3.xml" Id="R8b6b840e5c3348f4" /><Relationship Type="http://schemas.openxmlformats.org/officeDocument/2006/relationships/slide" Target="/ppt/slides/slide4.xml" Id="R4e36a8d8c3904e2b" /><Relationship Type="http://schemas.openxmlformats.org/officeDocument/2006/relationships/slide" Target="/ppt/slides/slide5.xml" Id="Rb710ab2cfa2742e0" /><Relationship Type="http://schemas.openxmlformats.org/officeDocument/2006/relationships/slide" Target="/ppt/slides/slide6.xml" Id="Rf50c62d7acc9450c" /><Relationship Type="http://schemas.openxmlformats.org/officeDocument/2006/relationships/slide" Target="/ppt/slides/slide7.xml" Id="Rf6654ee8ee7c4a00" /><Relationship Type="http://schemas.openxmlformats.org/officeDocument/2006/relationships/slide" Target="/ppt/slides/slide8.xml" Id="Rdea5daf158ac45d2" /><Relationship Type="http://schemas.openxmlformats.org/officeDocument/2006/relationships/slide" Target="/ppt/slides/slide9.xml" Id="R79328f0965cd448b" /><Relationship Type="http://schemas.openxmlformats.org/officeDocument/2006/relationships/slide" Target="/ppt/slides/slide10.xml" Id="R58d5cf51bde64e3e" /><Relationship Type="http://schemas.openxmlformats.org/officeDocument/2006/relationships/slide" Target="/ppt/slides/slide11.xml" Id="R7125195d42f449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f34c9dc2214a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ed6f0f19304a54" /><Relationship Type="http://schemas.openxmlformats.org/officeDocument/2006/relationships/notesMaster" Target="/ppt/notesMasters/notesMaster1.xml" Id="R0de583c0cd4443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842a855efa4edd" /><Relationship Type="http://schemas.openxmlformats.org/officeDocument/2006/relationships/notesMaster" Target="/ppt/notesMasters/notesMaster1.xml" Id="R0b78ecc59e8d4f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7c541093a5475c" /><Relationship Type="http://schemas.openxmlformats.org/officeDocument/2006/relationships/notesMaster" Target="/ppt/notesMasters/notesMaster1.xml" Id="Ref523eb4809c4c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fb14530be4462e" /><Relationship Type="http://schemas.openxmlformats.org/officeDocument/2006/relationships/notesMaster" Target="/ppt/notesMasters/notesMaster1.xml" Id="R5879132c714e4f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b6ae1f6c894683" /><Relationship Type="http://schemas.openxmlformats.org/officeDocument/2006/relationships/notesMaster" Target="/ppt/notesMasters/notesMaster1.xml" Id="R2ceb61b10cad4d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2a7f44d349404c" /><Relationship Type="http://schemas.openxmlformats.org/officeDocument/2006/relationships/notesMaster" Target="/ppt/notesMasters/notesMaster1.xml" Id="R37cd1dba41ad43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8c15e5042c4c01" /><Relationship Type="http://schemas.openxmlformats.org/officeDocument/2006/relationships/notesMaster" Target="/ppt/notesMasters/notesMaster1.xml" Id="R1fc2a940a6274d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34fba530304984" /><Relationship Type="http://schemas.openxmlformats.org/officeDocument/2006/relationships/notesMaster" Target="/ppt/notesMasters/notesMaster1.xml" Id="R2f820157add147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045366874c442b" /><Relationship Type="http://schemas.openxmlformats.org/officeDocument/2006/relationships/notesMaster" Target="/ppt/notesMasters/notesMaster1.xml" Id="R2a81cf67424e48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46440258b647c6" /><Relationship Type="http://schemas.openxmlformats.org/officeDocument/2006/relationships/notesMaster" Target="/ppt/notesMasters/notesMaster1.xml" Id="Rf1c39a19772b41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3b7059550f4919" /><Relationship Type="http://schemas.openxmlformats.org/officeDocument/2006/relationships/notesMaster" Target="/ppt/notesMasters/notesMaster1.xml" Id="Rc0f9c6a54ebd48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1, 2 e 3. Arte: Assets/Art/Title/lendas_quintal_title_key_art_pixel.png.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1, 21, 24 e 25. Arte: Assets/Art/Concept/lendas_quintal_key_art_reference.png.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2, 8 e 9. Artes: Assets/Art/Backgrounds/Phase1_Backyard_Background_Wide.png, Assets/Art/Characters/Hero/hero_idle_side_64.png e Assets/Art/Enemies/Chicken/demonic_chicken_avatar_128_final.png.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secao 1. Arte: Assets/Art/Characters/Hero/Jump/hero_jump_side_01.png.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4, 9, 11 e 16. Artes: Assets/Art/Backgrounds/Phase1_Backyard_Background.png e Assets/Art/Effects/Impact/impact_punch_01.png.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7 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secao 21. Arte: Assets/Art/Backgrounds/Phase1_Backyard_Background_Wide.png.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secao 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1, 23 e 24. Artes: Assets/Art/Characters/Hero/Attack/hero_attack_side_02.png e Assets/Art/Enemies/Chicken/demonic_chicken_avatar_128_final.png.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24 e 25. Arte: Assets/Art/Concept/lendas_quintal_key_art_reference.png.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21 e 22. Arte: Assets/Art/Characters/Hero/hero_idle_side_64.png.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a61dcc1d740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ecee6ad5047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539dc101d45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866a0943c49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27373ce2e4c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55f686cd848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ABE32DA-2B14-4E84-8919-74443FE4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BDE8EE-D620-432C-A567-351805C516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2B3EF90-4337-429D-BC95-E3004C3906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9928D79-33C1-4FC9-A4E6-94D09E4B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099A9A-FF60-4811-8826-10F44C6055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6A4F9FE-1E8A-4FE8-8FC1-BAA196FC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092B66-7318-4817-A7AA-8DE7F0A65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7E6640A-FD5E-4F9D-B6A3-A34D85A917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F9CA7C6-6994-4D51-942E-1648FBD0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861537-3781-42EF-87DD-CDA95BE453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2F6380-8525-43C7-8D42-004C2D34B5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E9450B-AC15-4104-981E-2CCD3F0EDE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9BFA357-D4F4-444B-B6F8-D4AF45A6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1F055F-A1A2-46B3-ADEE-9969A37D1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F9124E-2FEB-4F9B-BA8D-82E652CD60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b6659ab6f7475a" /><Relationship Type="http://schemas.openxmlformats.org/officeDocument/2006/relationships/slideLayout" Target="/ppt/slideLayouts/slideLayout1.xml" Id="R6838ecf5f98a4242" /><Relationship Type="http://schemas.openxmlformats.org/officeDocument/2006/relationships/slideLayout" Target="/ppt/slideLayouts/slideLayout2.xml" Id="R914b3f798d06494b" /><Relationship Type="http://schemas.openxmlformats.org/officeDocument/2006/relationships/slideLayout" Target="/ppt/slideLayouts/slideLayout3.xml" Id="R83177e49bdb34484" /><Relationship Type="http://schemas.openxmlformats.org/officeDocument/2006/relationships/slideLayout" Target="/ppt/slideLayouts/slideLayout4.xml" Id="R9db460eea1454181" /><Relationship Type="http://schemas.openxmlformats.org/officeDocument/2006/relationships/slideLayout" Target="/ppt/slideLayouts/slideLayout5.xml" Id="R6d873434931441a2" /><Relationship Type="http://schemas.openxmlformats.org/officeDocument/2006/relationships/slideLayout" Target="/ppt/slideLayouts/slideLayout6.xml" Id="Ra2e6e1688d884c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38ecf5f98a4242"/>
    <p:sldLayoutId xmlns:r="http://schemas.openxmlformats.org/officeDocument/2006/relationships" id="2147483650" r:id="R914b3f798d06494b"/>
    <p:sldLayoutId xmlns:r="http://schemas.openxmlformats.org/officeDocument/2006/relationships" id="2147483651" r:id="R83177e49bdb34484"/>
    <p:sldLayoutId xmlns:r="http://schemas.openxmlformats.org/officeDocument/2006/relationships" id="2147483652" r:id="R9db460eea1454181"/>
    <p:sldLayoutId xmlns:r="http://schemas.openxmlformats.org/officeDocument/2006/relationships" id="2147483653" r:id="R6d873434931441a2"/>
    <p:sldLayoutId xmlns:r="http://schemas.openxmlformats.org/officeDocument/2006/relationships" id="2147483654" r:id="Ra2e6e1688d884c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cbd4ee48d45df" /><Relationship Type="http://schemas.openxmlformats.org/officeDocument/2006/relationships/image" Target="/ppt/media/image.png" Id="R22d518e055b548c9" /><Relationship Type="http://schemas.openxmlformats.org/officeDocument/2006/relationships/notesSlide" Target="/ppt/notesSlides/notesSlide1.xml" Id="Rc3be0e3ffab848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5ba880f51f41a3" /><Relationship Type="http://schemas.openxmlformats.org/officeDocument/2006/relationships/image" Target="/ppt/media/image2.png" Id="Rfc73a084ddf94450" /><Relationship Type="http://schemas.openxmlformats.org/officeDocument/2006/relationships/notesSlide" Target="/ppt/notesSlides/notesSlide2.xml" Id="R538eca42273d44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dd45494ba4082" /><Relationship Type="http://schemas.openxmlformats.org/officeDocument/2006/relationships/image" Target="/ppt/media/image3.png" Id="Rfd94cad9e234470d" /><Relationship Type="http://schemas.openxmlformats.org/officeDocument/2006/relationships/image" Target="/ppt/media/image4.png" Id="R83b97f8a409042cf" /><Relationship Type="http://schemas.openxmlformats.org/officeDocument/2006/relationships/image" Target="/ppt/media/image5.png" Id="Rcbc0e1d748ba452b" /><Relationship Type="http://schemas.openxmlformats.org/officeDocument/2006/relationships/notesSlide" Target="/ppt/notesSlides/notesSlide3.xml" Id="Re17efafe424545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dc138005b481a" /><Relationship Type="http://schemas.openxmlformats.org/officeDocument/2006/relationships/image" Target="/ppt/media/image6.png" Id="Rcb7b7699024d400e" /><Relationship Type="http://schemas.openxmlformats.org/officeDocument/2006/relationships/notesSlide" Target="/ppt/notesSlides/notesSlide4.xml" Id="R3445530692b24c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312ef2d6345ff" /><Relationship Type="http://schemas.openxmlformats.org/officeDocument/2006/relationships/image" Target="/ppt/media/image7.png" Id="Raa8c633e3ca74946" /><Relationship Type="http://schemas.openxmlformats.org/officeDocument/2006/relationships/image" Target="/ppt/media/image8.png" Id="R6745afedf1de44bb" /><Relationship Type="http://schemas.openxmlformats.org/officeDocument/2006/relationships/notesSlide" Target="/ppt/notesSlides/notesSlide5.xml" Id="Rb2c66dec22f144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389157b04148c7" /><Relationship Type="http://schemas.openxmlformats.org/officeDocument/2006/relationships/notesSlide" Target="/ppt/notesSlides/notesSlide6.xml" Id="R5b6134d67cf446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50bcb320447c2" /><Relationship Type="http://schemas.openxmlformats.org/officeDocument/2006/relationships/image" Target="/ppt/media/image9.png" Id="Rcb07de20148f4803" /><Relationship Type="http://schemas.openxmlformats.org/officeDocument/2006/relationships/notesSlide" Target="/ppt/notesSlides/notesSlide7.xml" Id="Rc99de07fb91141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328f831da4834" /><Relationship Type="http://schemas.openxmlformats.org/officeDocument/2006/relationships/notesSlide" Target="/ppt/notesSlides/notesSlide8.xml" Id="R5cc5036294474f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0b4d7f4d4c4e07" /><Relationship Type="http://schemas.openxmlformats.org/officeDocument/2006/relationships/image" Target="/ppt/media/image10.png" Id="Radf6e8bf44d14b30" /><Relationship Type="http://schemas.openxmlformats.org/officeDocument/2006/relationships/image" Target="/ppt/media/image11.png" Id="R43abe0bfbd04484e" /><Relationship Type="http://schemas.openxmlformats.org/officeDocument/2006/relationships/notesSlide" Target="/ppt/notesSlides/notesSlide9.xml" Id="R73e83772e8454d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71c73949e44b7" /><Relationship Type="http://schemas.openxmlformats.org/officeDocument/2006/relationships/image" Target="/ppt/media/image12.png" Id="R708324516c4a4864" /><Relationship Type="http://schemas.openxmlformats.org/officeDocument/2006/relationships/notesSlide" Target="/ppt/notesSlides/notesSlide10.xml" Id="Rf1d8aee3251946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4ce6835f04c3b" /><Relationship Type="http://schemas.openxmlformats.org/officeDocument/2006/relationships/image" Target="/ppt/media/image13.png" Id="R7ebe89c739a9477a" /><Relationship Type="http://schemas.openxmlformats.org/officeDocument/2006/relationships/notesSlide" Target="/ppt/notesSlides/notesSlide11.xml" Id="R2a8a24de7af145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518e055b548c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F7CC2-9FDB-4363-847F-0DFD87F6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42000">
                <a:srgbClr val="070A12">
                  <a:alpha val="72000"/>
                </a:srgbClr>
              </a:gs>
              <a:gs pos="100000">
                <a:srgbClr val="070A12">
                  <a:alpha val="12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6D3F4-2035-4F61-8935-8ECEE984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Lendas do Quintal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CA25A-54E2-4BED-B1F9-C975446D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O Sumiço da Vovó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A2ECF-93C5-4E95-8D99-CD3F1D21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33400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Pitch para investidores</a:t>
            </a:r>
          </a:p>
          <a:p xmlns:a="http://schemas.openxmlformats.org/drawingml/2006/main">
            <a:pPr>
              <a:defRPr sz="17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Plataforma 2D com folclore brasileiro, mistério familiar e pixel art</a:t>
            </a:r>
          </a:p>
        </p:txBody>
      </p:sp>
    </p:spTree>
    <p:extLst>
      <p:ext uri="{BB962C8B-B14F-4D97-AF65-F5344CB8AC3E}">
        <p14:creationId xmlns:p14="http://schemas.microsoft.com/office/powerpoint/2010/main" val="3899013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3a084ddf94450"/>
          <a:srcRect xmlns:a="http://schemas.openxmlformats.org/drawingml/2006/main" l="28700" t="0" r="287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93A69-B5FD-426E-85ED-10110BB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82A"/>
              </a:gs>
              <a:gs pos="50000">
                <a:srgbClr val="10182A">
                  <a:alpha val="55000"/>
                </a:srgbClr>
              </a:gs>
              <a:gs pos="100000">
                <a:srgbClr val="10182A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50528-2ABD-4B50-AB1E-E88A4622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TESE DO PROJETO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FDF96-E7B0-4135-AD48-84705EC6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Um jogo brasileiro com apelo global de aventura 2D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69D38-2275-4E2C-B331-DC0547BA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715000" cy="1299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Identidade rara: folclore brasileiro tratado como aventura acessivel.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Base emocional clara: a casa da avo vira ponto de partida do misterio.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Escopo inicial controlado: MVP focado na primeira parte da Fase 1.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Potencial de franquia: novas lendas, capitulos extras, HQ e animacao.</a:t>
            </a:r>
          </a:p>
        </p:txBody>
      </p:sp>
    </p:spTree>
    <p:extLst>
      <p:ext uri="{BB962C8B-B14F-4D97-AF65-F5344CB8AC3E}">
        <p14:creationId xmlns:p14="http://schemas.microsoft.com/office/powerpoint/2010/main" val="629896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DF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4cad9e234470d"/>
          <a:srcRect xmlns:a="http://schemas.openxmlformats.org/drawingml/2006/main" l="0" t="9444" r="0" b="9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781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1D76E-3E4C-4848-99D5-8AAB626A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>
              <a:alpha val="3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CE634-0B22-4D2B-BF73-11D2CE80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Conceito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982CD-2DA3-44D0-A1FB-E7492D17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A avo desaparece. As lendas eram reais.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FDA32-6F15-452F-A9C3-4977717C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19125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O jogador acorda durante a madrugada e encontra a casa baguncada.</a:t>
            </a:r>
          </a:p>
          <a:p xmlns:a="http://schemas.openxmlformats.org/drawingml/2006/main">
            <a:pPr>
              <a:defRPr sz="1725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Pistas espalhadas pela casa e pelo quintal revelam o segredo da avo.</a:t>
            </a:r>
          </a:p>
          <a:p xmlns:a="http://schemas.openxmlformats.org/drawingml/2006/main">
            <a:pPr>
              <a:defRPr sz="1725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O misterio leva ao mundo das lendas e a uma entidade criada pelo esquecimento.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97f8a409042cf"/>
          <a:stretch xmlns:a="http://schemas.openxmlformats.org/drawingml/2006/main"/>
        </p:blipFill>
        <p:spPr>
          <a:xfrm xmlns:a="http://schemas.openxmlformats.org/drawingml/2006/main">
            <a:off x="8048625" y="3429000"/>
            <a:ext cx="1619250" cy="16192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0e1d748ba452b"/>
          <a:stretch xmlns:a="http://schemas.openxmlformats.org/drawingml/2006/main"/>
        </p:blipFill>
        <p:spPr>
          <a:xfrm xmlns:a="http://schemas.openxmlformats.org/drawingml/2006/main">
            <a:off x="9667875" y="3714750"/>
            <a:ext cx="1428750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45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681A2-ED9F-40B3-9A07-FA020508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PUBLICO E PLATAFORMAS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0D620-F1C1-4A0A-9B2A-9F043373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Entrada em PC e Android, com caminho para lojas maiores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06092-0A0E-4D22-B4D0-8C35B2CD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DF654-A085-40A2-8D9E-D3CEBB44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28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Criancas, adolescentes e adultos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B5701-7B99-413A-B9D9-39275EA2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AE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5AE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EF387-0F56-4834-BEB1-FDA3873B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813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Jogadores nostalgicos de plataforma 2D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C22B5-6662-439E-B924-91A70D37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FBE2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FBE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E7466-CCCC-45D9-9C22-EB0DC146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33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Publico brasileiro e fas de folclore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A38EC-AEEB-4AB4-8767-7C8BD950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90750"/>
            <a:ext cx="4476750" cy="97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Plataformas iniciais: PC e Android.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Expansao futura: Steam, Nintendo Switch e consoles.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A direcao visual ajuda o jogo a funcionar em telas grandes e mobile.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b7699024d400e"/>
          <a:stretch xmlns:a="http://schemas.openxmlformats.org/drawingml/2006/main"/>
        </p:blipFill>
        <p:spPr>
          <a:xfrm xmlns:a="http://schemas.openxmlformats.org/drawingml/2006/main">
            <a:off x="8572500" y="4267200"/>
            <a:ext cx="1238250" cy="123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699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c633e3ca749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FB541-A34A-4D1E-8998-35D1F2EE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4FD66-4FD9-468B-B477-31D93A04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LOOP DE JOGO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B6F9A-B0F9-435F-A20E-6640CB11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Explorar, encontrar pistas e enfrentar lendas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E4D15-B485-45CB-BE6A-6F594B5C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8A300-1DC5-4BF4-8C5A-0777BA10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33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Exploracao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620BC-8CD2-481D-BC24-8974F6B0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Casa, quintal, mata, rio, vila e mundo das lendas.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38E9A-B544-466D-BB9F-F8A83CE0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AE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AE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A12DD-3576-4A6A-91A4-D49BADAA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09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Investigacao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9F904-57DC-4791-9AA9-3DC1F3A1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52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Cartas, marcas, objetos fora do lugar e lembrancas da avo.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49A1D-2659-4B47-BE4C-E2D20A31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7F51B-FD7B-484D-BC43-35A1A4B2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86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Acao leve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30B15-4DCF-4F9F-936C-1E3EE9CD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291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Plataforma, combate simples, esquiva e encontros com bosses.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BAA56-EB1D-497D-B4CB-C960EE09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AE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AE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245D6-5860-4D99-B2E9-01CA9596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Recompensa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CE2B1-DB5D-469B-A9AB-473483A9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054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Cada lenda entrega uma pista sobre o desaparecimento.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5afedf1de44bb"/>
          <a:stretch xmlns:a="http://schemas.openxmlformats.org/drawingml/2006/main"/>
        </p:blipFill>
        <p:spPr>
          <a:xfrm xmlns:a="http://schemas.openxmlformats.org/drawingml/2006/main">
            <a:off x="9525000" y="4333875"/>
            <a:ext cx="1190625" cy="119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32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DF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E244C-D6C0-47C8-8ED8-E0D417B1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PROGRESSAO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33CF6-F738-4450-B98B-F9497D29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Quatro areas conectam a casa ao mundo das lendas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45BD1-63A0-4402-9AE1-8472DCC3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Fase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5BA55-2DCA-4F86-ADF8-22687F2D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Casa e Quintal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74798-7D88-4131-A63A-B67F33DF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Saci-Perere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F950D-6E80-4605-A89A-569FF3B2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E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F9A2B-B48B-4F5C-BCF8-B8CC0AB7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6D"/>
                </a:solidFill>
                <a:latin typeface="Arial"/>
                <a:ea typeface="Arial"/>
                <a:cs typeface="Arial"/>
              </a:rPr>
              <a:t>Fase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89FFB-8B70-46D2-8732-EB426BC4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Rio das Vozes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AB718-0C06-4DCE-ADB6-A3F72AC2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Iara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E2E47-3120-4137-A985-F77B84E1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576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449B0-8CC1-4D43-A6FA-4EFB82A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6D"/>
                </a:solidFill>
                <a:latin typeface="Arial"/>
                <a:ea typeface="Arial"/>
                <a:cs typeface="Arial"/>
              </a:rPr>
              <a:t>Fase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7B288-EA5C-4178-AC92-6D3FCDF8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Vila Esquecida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0066B-97A1-4989-9C85-DBF8C725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Curupira e Lobisomem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4C598-E92F-455C-ADBF-86005443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53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E05A1-8CE4-4246-8E46-A2EDA0DC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6D"/>
                </a:solidFill>
                <a:latin typeface="Arial"/>
                <a:ea typeface="Arial"/>
                <a:cs typeface="Arial"/>
              </a:rPr>
              <a:t>Fase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75B8B-E44E-4B5D-A311-8FCEFEFC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Mundo das Lendas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FBAF3-A211-4F39-9603-AD87EB2B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A Entidade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EF6CD-C9FE-49A1-A94B-27130D50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2BDF8-053E-4AD8-98CE-2FBB35C7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8477250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Cada area muda o tema visual, os obstaculos e o tipo de encontro folclorico.</a:t>
            </a:r>
          </a:p>
        </p:txBody>
      </p:sp>
    </p:spTree>
    <p:extLst>
      <p:ext uri="{BB962C8B-B14F-4D97-AF65-F5344CB8AC3E}">
        <p14:creationId xmlns:p14="http://schemas.microsoft.com/office/powerpoint/2010/main" val="1928317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7de20148f4803"/>
          <a:srcRect xmlns:a="http://schemas.openxmlformats.org/drawingml/2006/main" l="37852" t="0" r="378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0"/>
            <a:ext cx="59245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220E3-6C08-4988-9932-16B6A47C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65151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82A"/>
              </a:gs>
              <a:gs pos="40000">
                <a:srgbClr val="10182A">
                  <a:alpha val="70000"/>
                </a:srgbClr>
              </a:gs>
              <a:gs pos="100000">
                <a:srgbClr val="10182A">
                  <a:alpha val="8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81E68-DF0E-4B81-AE3E-9FACE0D2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8126F-62C1-4A41-BABC-DE3377EE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O primeiro prototipo prova movimento, misterio e encontro com o Saci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C373D-4F0C-4267-A569-B941B48C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905500" cy="1299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Area: casa da avo e primeiro trecho do quintal.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Sistemas: movimento lateral, pulo, ataque basico, inimigo simples e HUD.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Narrativa: acordar, investigar a casa, sair ao quintal e encontrar o Saci.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Meta: validar a sensacao de aventura antes de ampliar fases e personagens.</a:t>
            </a:r>
          </a:p>
        </p:txBody>
      </p:sp>
    </p:spTree>
    <p:extLst>
      <p:ext uri="{BB962C8B-B14F-4D97-AF65-F5344CB8AC3E}">
        <p14:creationId xmlns:p14="http://schemas.microsoft.com/office/powerpoint/2010/main" val="5250223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DF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95916-3844-4013-A138-832D9621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64838-4C44-47C4-B5C2-A39D0562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O plano de producao reduz risco antes do conteudo maior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9C401-643D-44A9-92BD-75CD1466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88EF9-65E3-41BE-87D0-0F540FB0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Base jogavel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05F4B-1AD7-4F57-B7E4-E4D2B912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movimento, camera, colisao e cena simples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D9991-8401-4545-B882-C5186254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A73F9-4019-49E1-B6A3-732D996F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Interacao e misterio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2B3D7-DDB9-4DF9-89D0-3DF062F6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objetos examinaveis, pistas, objetivos e dialogos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6E685-B95D-45FA-8D66-57627851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67939-0A18-4865-A091-EA00432E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33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Combate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26FC8-012F-44A2-8320-E694C666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718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ataque basico, inimigo, dano, vida e respawn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6B6CB-5E3A-4676-ADF7-4F562477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66611-0156-40F8-BE8E-6AEDEA62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Primeira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18AEB-C6FF-4840-9ABA-27DB3AA0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529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casa, quintal, pickups, obstaculos e Saci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BCF54-4688-421B-910F-AFBB75DC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4150F-F6AB-480A-8D1B-A3F4B595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95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Polimento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1EF78-D129-42F5-A642-FD100B5A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339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animacoes, efeitos, audio, menu e build jogavel</a:t>
            </a:r>
          </a:p>
        </p:txBody>
      </p:sp>
    </p:spTree>
    <p:extLst>
      <p:ext uri="{BB962C8B-B14F-4D97-AF65-F5344CB8AC3E}">
        <p14:creationId xmlns:p14="http://schemas.microsoft.com/office/powerpoint/2010/main" val="1054256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CF3E0-FFED-4716-A214-E7F939FA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MODELO DE EXPANSAO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C4A99-CEC0-4FD7-AF18-59F592D7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O jogo principal pode abrir caminho para conteudo recorrente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6DC7B-0330-48C5-996C-5C4B23E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581025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Produto inicial: jogo para PC e Android.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Canal futuro: Steam, Switch e consoles.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Expansoes: novas lendas, capitulos extras, skins e coop futuro.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A estrategia comercial deve ser fechada depois do MVP e dos testes com jogadores.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6e8bf44d14b30"/>
          <a:stretch xmlns:a="http://schemas.openxmlformats.org/drawingml/2006/main"/>
        </p:blipFill>
        <p:spPr>
          <a:xfrm xmlns:a="http://schemas.openxmlformats.org/drawingml/2006/main">
            <a:off x="7600950" y="1771650"/>
            <a:ext cx="1714500" cy="17145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be0bfbd04484e"/>
          <a:stretch xmlns:a="http://schemas.openxmlformats.org/drawingml/2006/main"/>
        </p:blipFill>
        <p:spPr>
          <a:xfrm xmlns:a="http://schemas.openxmlformats.org/drawingml/2006/main">
            <a:off x="9334500" y="238125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FFE75-C4AE-422C-9B59-A2A766BB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3714750" cy="930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DFA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DFA4"/>
                </a:solidFill>
                <a:latin typeface="Arial"/>
                <a:ea typeface="Arial"/>
                <a:cs typeface="Arial"/>
              </a:rPr>
              <a:t>Sem dados de mercado no GDD, este deck evita previsoes financeiras e foca na tese criativa, escopo e proximo marco financiavel.</a:t>
            </a:r>
          </a:p>
        </p:txBody>
      </p:sp>
    </p:spTree>
    <p:extLst>
      <p:ext uri="{BB962C8B-B14F-4D97-AF65-F5344CB8AC3E}">
        <p14:creationId xmlns:p14="http://schemas.microsoft.com/office/powerpoint/2010/main" val="1250683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324516c4a486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425A3-29E8-4B3F-B39D-D0647461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4DCA7-85BA-4797-A04B-C39B19B4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POTENCIAL DE PROPRIEDADE INTELECTUAL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EA77A-ABA8-409D-94CD-F8AF2670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As lendas brasileiras sustentam uma franquia de capitulos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06790-CFF7-48DA-97CE-D24D6DEE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572250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Novas lendas podem virar fases, chefes, itens e historias extras.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O universo permite extensoes em HQ, animacao e material educativo.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A casa da avo funciona como ancora emocional para historias futuras.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65CE3-5DA0-4251-A44A-13EF7FF0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266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Franquia</a:t>
            </a:r>
          </a:p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Animacao</a:t>
            </a:r>
          </a:p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HQ</a:t>
            </a:r>
          </a:p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Mobile</a:t>
            </a:r>
          </a:p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Sequencias</a:t>
            </a:r>
          </a:p>
        </p:txBody>
      </p:sp>
    </p:spTree>
    <p:extLst>
      <p:ext uri="{BB962C8B-B14F-4D97-AF65-F5344CB8AC3E}">
        <p14:creationId xmlns:p14="http://schemas.microsoft.com/office/powerpoint/2010/main" val="1813042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DF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410B8-0C3B-45FB-B6C6-75C2E4A7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PROXIMO MARCO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46201-B957-4243-BF04-F39267E5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O investimento financia um MVP jogavel e apresentavel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7102D-D3AA-4ACC-A2A5-5A7CD5E4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7477125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Prioridade de produto: completar a primeira experiencia da casa ao encontro com o Saci.</a:t>
            </a:r>
          </a:p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Prioridade de validacao: testar leitura visual, controles, ritmo e interesse narrativo.</a:t>
            </a:r>
          </a:p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Prioridade comercial: preparar materiais de loja, trailer curto e plano de producao completo.</a:t>
            </a:r>
          </a:p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Decisoes pendentes: orcamento, tamanho da equipe, cronograma fechado e metas de captacao.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e89c739a9477a"/>
          <a:stretch xmlns:a="http://schemas.openxmlformats.org/drawingml/2006/main"/>
        </p:blipFill>
        <p:spPr>
          <a:xfrm xmlns:a="http://schemas.openxmlformats.org/drawingml/2006/main">
            <a:off x="9096375" y="276225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36333-543F-46FF-86CB-E28DE5CD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672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Pedido sugerido para a reuniao:</a:t>
            </a:r>
          </a:p>
          <a:p xmlns:a="http://schemas.openxmlformats.org/drawingml/2006/main">
            <a:pPr>
              <a:defRPr sz="172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financiar o MVP e medir tracao antes da producao completa.</a:t>
            </a:r>
          </a:p>
        </p:txBody>
      </p:sp>
    </p:spTree>
    <p:extLst>
      <p:ext uri="{BB962C8B-B14F-4D97-AF65-F5344CB8AC3E}">
        <p14:creationId xmlns:p14="http://schemas.microsoft.com/office/powerpoint/2010/main" val="254537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2026-09-30T00:13:42.2400000Z</dcterms:created>
  <dcterms:modified xsi:type="dcterms:W3CDTF">2026-09-30T00:13:42.2400000Z</dcterms:modified>
</coreProperties>
</file>